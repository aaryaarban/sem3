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9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6" d="100"/>
          <a:sy n="76" d="100"/>
        </p:scale>
        <p:origin x="-1188" y="1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B29E3-BAEA-4272-A37F-508458FC7F1D}" type="datetimeFigureOut">
              <a:rPr lang="en-US" smtClean="0"/>
              <a:t>10/13/2022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3708F-0BE2-40C2-B454-20EF2E034F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405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B29E3-BAEA-4272-A37F-508458FC7F1D}" type="datetimeFigureOut">
              <a:rPr lang="en-US" smtClean="0"/>
              <a:t>10/13/2022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3708F-0BE2-40C2-B454-20EF2E034F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844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B29E3-BAEA-4272-A37F-508458FC7F1D}" type="datetimeFigureOut">
              <a:rPr lang="en-US" smtClean="0"/>
              <a:t>10/13/2022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3708F-0BE2-40C2-B454-20EF2E034F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8394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B29E3-BAEA-4272-A37F-508458FC7F1D}" type="datetimeFigureOut">
              <a:rPr lang="en-US" smtClean="0"/>
              <a:t>10/13/2022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3708F-0BE2-40C2-B454-20EF2E034F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B29E3-BAEA-4272-A37F-508458FC7F1D}" type="datetimeFigureOut">
              <a:rPr lang="en-US" smtClean="0"/>
              <a:t>10/13/2022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3708F-0BE2-40C2-B454-20EF2E034F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6833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B29E3-BAEA-4272-A37F-508458FC7F1D}" type="datetimeFigureOut">
              <a:rPr lang="en-US" smtClean="0"/>
              <a:t>10/13/2022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3708F-0BE2-40C2-B454-20EF2E034F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160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B29E3-BAEA-4272-A37F-508458FC7F1D}" type="datetimeFigureOut">
              <a:rPr lang="en-US" smtClean="0"/>
              <a:t>10/13/2022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3708F-0BE2-40C2-B454-20EF2E034F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1687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B29E3-BAEA-4272-A37F-508458FC7F1D}" type="datetimeFigureOut">
              <a:rPr lang="en-US" smtClean="0"/>
              <a:t>10/13/2022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3708F-0BE2-40C2-B454-20EF2E034F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7832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B29E3-BAEA-4272-A37F-508458FC7F1D}" type="datetimeFigureOut">
              <a:rPr lang="en-US" smtClean="0"/>
              <a:t>10/13/2022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3708F-0BE2-40C2-B454-20EF2E034F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872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B29E3-BAEA-4272-A37F-508458FC7F1D}" type="datetimeFigureOut">
              <a:rPr lang="en-US" smtClean="0"/>
              <a:t>10/13/2022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3708F-0BE2-40C2-B454-20EF2E034F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0328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B29E3-BAEA-4272-A37F-508458FC7F1D}" type="datetimeFigureOut">
              <a:rPr lang="en-US" smtClean="0"/>
              <a:t>10/13/2022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3708F-0BE2-40C2-B454-20EF2E034F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7953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BB29E3-BAEA-4272-A37F-508458FC7F1D}" type="datetimeFigureOut">
              <a:rPr lang="en-US" smtClean="0"/>
              <a:t>10/13/2022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B3708F-0BE2-40C2-B454-20EF2E034F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5112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Database Management System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38767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b="1" i="1" dirty="0" smtClean="0"/>
              <a:t>fact</a:t>
            </a:r>
            <a:r>
              <a:rPr lang="en-US" i="1" dirty="0" smtClean="0"/>
              <a:t> and </a:t>
            </a:r>
            <a:r>
              <a:rPr lang="en-US" b="1" i="1" dirty="0" smtClean="0"/>
              <a:t>figures</a:t>
            </a:r>
            <a:r>
              <a:rPr lang="en-US" i="1" dirty="0" smtClean="0"/>
              <a:t> </a:t>
            </a:r>
            <a:r>
              <a:rPr lang="en-US" dirty="0" smtClean="0"/>
              <a:t>that can be recorded in the system.</a:t>
            </a:r>
          </a:p>
          <a:p>
            <a:endParaRPr lang="en-US" dirty="0"/>
          </a:p>
          <a:p>
            <a:r>
              <a:rPr lang="en-US" dirty="0" smtClean="0"/>
              <a:t>E.g.  Student name,</a:t>
            </a:r>
          </a:p>
          <a:p>
            <a:pPr marL="0" indent="0">
              <a:buNone/>
            </a:pPr>
            <a:r>
              <a:rPr lang="en-US" dirty="0" smtClean="0"/>
              <a:t>             Phone number,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   address,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   product number etc.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04309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need of data increased as , we need to develop a computer based system for storing ,managing data.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28143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Database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Database is </a:t>
            </a:r>
            <a:r>
              <a:rPr lang="en-US" b="1" i="1" dirty="0" smtClean="0"/>
              <a:t>a collection of related data items </a:t>
            </a:r>
            <a:r>
              <a:rPr lang="en-US" dirty="0" smtClean="0"/>
              <a:t>stored at one place.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E.g. Student Database</a:t>
            </a:r>
          </a:p>
          <a:p>
            <a:pPr marL="0" indent="0">
              <a:buNone/>
            </a:pPr>
            <a:r>
              <a:rPr lang="en-US" dirty="0" smtClean="0"/>
              <a:t>            College Database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It is basically </a:t>
            </a:r>
            <a:r>
              <a:rPr lang="en-US" b="1" i="1" dirty="0" smtClean="0"/>
              <a:t>a logical collection </a:t>
            </a:r>
            <a:r>
              <a:rPr lang="en-US" dirty="0" smtClean="0"/>
              <a:t>of relevant data.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94986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It is designed to offer an organized mechanism for storing , managing and retrieving stored information.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94082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Sample Database Structure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Student Table: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Course Table :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Department Table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Marks Table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5600299"/>
              </p:ext>
            </p:extLst>
          </p:nvPr>
        </p:nvGraphicFramePr>
        <p:xfrm>
          <a:off x="914400" y="2209800"/>
          <a:ext cx="6248400" cy="53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8116"/>
                <a:gridCol w="1343742"/>
                <a:gridCol w="1746865"/>
                <a:gridCol w="1679677"/>
              </a:tblGrid>
              <a:tr h="533400"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Student_Id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Class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Branch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6861782"/>
              </p:ext>
            </p:extLst>
          </p:nvPr>
        </p:nvGraphicFramePr>
        <p:xfrm>
          <a:off x="990600" y="3429001"/>
          <a:ext cx="6248400" cy="44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/>
                <a:gridCol w="2032000"/>
                <a:gridCol w="2184400"/>
              </a:tblGrid>
              <a:tr h="44196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Course_Id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Hours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180313"/>
              </p:ext>
            </p:extLst>
          </p:nvPr>
        </p:nvGraphicFramePr>
        <p:xfrm>
          <a:off x="990600" y="4724400"/>
          <a:ext cx="6096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/>
                <a:gridCol w="3048000"/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Dept_id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Name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3764743"/>
              </p:ext>
            </p:extLst>
          </p:nvPr>
        </p:nvGraphicFramePr>
        <p:xfrm>
          <a:off x="990600" y="5867400"/>
          <a:ext cx="61722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3050"/>
                <a:gridCol w="1543050"/>
                <a:gridCol w="1543050"/>
                <a:gridCol w="154305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Stud_Id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Course_Id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Marks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Grade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23283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Database Management System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Database Management System is a collection of software or program which helps user in creation and maintenance of database.</a:t>
            </a:r>
          </a:p>
          <a:p>
            <a:endParaRPr lang="en-US" dirty="0"/>
          </a:p>
          <a:p>
            <a:r>
              <a:rPr lang="en-US" dirty="0" smtClean="0"/>
              <a:t>Software helps in the process of defining ,constructing and manipulating the database.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93064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1" i="1" dirty="0" smtClean="0"/>
              <a:t>Defining:</a:t>
            </a:r>
          </a:p>
          <a:p>
            <a:pPr marL="0" indent="0" algn="just">
              <a:buNone/>
            </a:pPr>
            <a:r>
              <a:rPr lang="en-US" dirty="0"/>
              <a:t> </a:t>
            </a:r>
            <a:r>
              <a:rPr lang="en-US" dirty="0" smtClean="0"/>
              <a:t>  It decides structures and constraints for storing</a:t>
            </a:r>
          </a:p>
          <a:p>
            <a:pPr marL="0" indent="0" algn="just">
              <a:buNone/>
            </a:pPr>
            <a:r>
              <a:rPr lang="en-US" dirty="0"/>
              <a:t> </a:t>
            </a:r>
            <a:r>
              <a:rPr lang="en-US" dirty="0" smtClean="0"/>
              <a:t>  data in database.</a:t>
            </a:r>
          </a:p>
          <a:p>
            <a:pPr marL="0" indent="0" algn="just">
              <a:buNone/>
            </a:pPr>
            <a:endParaRPr lang="en-US" dirty="0"/>
          </a:p>
          <a:p>
            <a:pPr algn="just"/>
            <a:r>
              <a:rPr lang="en-US" b="1" i="1" dirty="0" smtClean="0"/>
              <a:t>Constructing:</a:t>
            </a:r>
          </a:p>
          <a:p>
            <a:pPr marL="0" indent="0" algn="just">
              <a:buNone/>
            </a:pPr>
            <a:r>
              <a:rPr lang="en-US" dirty="0"/>
              <a:t> </a:t>
            </a:r>
            <a:r>
              <a:rPr lang="en-US" dirty="0" smtClean="0"/>
              <a:t>   saving data in some data storage device which</a:t>
            </a:r>
          </a:p>
          <a:p>
            <a:pPr marL="0" indent="0" algn="just">
              <a:buNone/>
            </a:pPr>
            <a:r>
              <a:rPr lang="en-US" dirty="0"/>
              <a:t> </a:t>
            </a:r>
            <a:r>
              <a:rPr lang="en-US" dirty="0" smtClean="0"/>
              <a:t>   will be managed by DBMS.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23006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1" i="1" dirty="0" smtClean="0"/>
              <a:t>Manipulating:</a:t>
            </a:r>
          </a:p>
          <a:p>
            <a:pPr marL="0" indent="0" algn="just">
              <a:buNone/>
            </a:pPr>
            <a:r>
              <a:rPr lang="en-US" dirty="0"/>
              <a:t> </a:t>
            </a:r>
            <a:r>
              <a:rPr lang="en-US" dirty="0" smtClean="0"/>
              <a:t>     represent data in software and produce user </a:t>
            </a:r>
          </a:p>
          <a:p>
            <a:pPr marL="0" indent="0" algn="just">
              <a:buNone/>
            </a:pPr>
            <a:r>
              <a:rPr lang="en-US" dirty="0"/>
              <a:t> </a:t>
            </a:r>
            <a:r>
              <a:rPr lang="en-US" dirty="0" smtClean="0"/>
              <a:t>     friendly reports from available data.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 smtClean="0"/>
              <a:t>    e.g. Generating Attendance record from        </a:t>
            </a:r>
          </a:p>
          <a:p>
            <a:pPr marL="0" indent="0" algn="just">
              <a:buNone/>
            </a:pPr>
            <a:r>
              <a:rPr lang="en-US" dirty="0"/>
              <a:t> </a:t>
            </a:r>
            <a:r>
              <a:rPr lang="en-US" dirty="0" smtClean="0"/>
              <a:t>          Student database.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11776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Examples of DBMS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/>
              <a:t>MS </a:t>
            </a:r>
            <a:r>
              <a:rPr lang="en-US" dirty="0" err="1" smtClean="0"/>
              <a:t>Acess</a:t>
            </a:r>
            <a:r>
              <a:rPr lang="en-US" dirty="0" smtClean="0"/>
              <a:t>, </a:t>
            </a:r>
            <a:r>
              <a:rPr lang="en-US" dirty="0" err="1" smtClean="0"/>
              <a:t>Foxpro</a:t>
            </a:r>
            <a:r>
              <a:rPr lang="en-US" dirty="0" smtClean="0"/>
              <a:t> by Microsoft</a:t>
            </a:r>
          </a:p>
          <a:p>
            <a:pPr algn="just"/>
            <a:r>
              <a:rPr lang="en-US" dirty="0" smtClean="0"/>
              <a:t>Oracle by Oracle Corp.</a:t>
            </a:r>
          </a:p>
          <a:p>
            <a:pPr algn="just"/>
            <a:r>
              <a:rPr lang="en-US" dirty="0" smtClean="0"/>
              <a:t>SQL server by Microsoft</a:t>
            </a:r>
          </a:p>
          <a:p>
            <a:pPr algn="just"/>
            <a:r>
              <a:rPr lang="en-US" dirty="0" smtClean="0"/>
              <a:t>Ingres,DB2 by IBM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55537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 smtClean="0"/>
              <a:t>Data model will give you an idea how your final system /Software will look like after final development.</a:t>
            </a:r>
          </a:p>
          <a:p>
            <a:pPr algn="just"/>
            <a:endParaRPr lang="en-US" dirty="0"/>
          </a:p>
          <a:p>
            <a:pPr algn="just"/>
            <a:r>
              <a:rPr lang="en-US" dirty="0" smtClean="0"/>
              <a:t>A database model defines the logical design and structure of a database.</a:t>
            </a:r>
          </a:p>
          <a:p>
            <a:pPr algn="just"/>
            <a:endParaRPr lang="en-US" dirty="0"/>
          </a:p>
          <a:p>
            <a:pPr algn="just"/>
            <a:r>
              <a:rPr lang="en-US" dirty="0" smtClean="0"/>
              <a:t>This concept is exactly like real world modeling.eg. Architectural model.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96269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Types of Data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Hierarchical Model</a:t>
            </a:r>
          </a:p>
          <a:p>
            <a:endParaRPr lang="en-US" dirty="0"/>
          </a:p>
          <a:p>
            <a:r>
              <a:rPr lang="en-US" dirty="0" smtClean="0"/>
              <a:t>Network Model</a:t>
            </a:r>
          </a:p>
          <a:p>
            <a:endParaRPr lang="en-US" dirty="0"/>
          </a:p>
          <a:p>
            <a:r>
              <a:rPr lang="en-US" dirty="0" smtClean="0"/>
              <a:t>Relational Model</a:t>
            </a:r>
          </a:p>
          <a:p>
            <a:endParaRPr lang="en-US" dirty="0"/>
          </a:p>
          <a:p>
            <a:r>
              <a:rPr lang="en-US" dirty="0" smtClean="0"/>
              <a:t>Object Oriented Model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52593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675" y="904875"/>
            <a:ext cx="8248650" cy="5048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922541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21860917339A24CBF48CA72FD87A938" ma:contentTypeVersion="4" ma:contentTypeDescription="Create a new document." ma:contentTypeScope="" ma:versionID="980b02646fa074ec6df36e14e32d67b1">
  <xsd:schema xmlns:xsd="http://www.w3.org/2001/XMLSchema" xmlns:xs="http://www.w3.org/2001/XMLSchema" xmlns:p="http://schemas.microsoft.com/office/2006/metadata/properties" xmlns:ns2="add626ea-3744-4bc4-9968-be3225425790" xmlns:ns3="be0a9719-4ac4-4ca6-8b98-e7dd01bc4f66" targetNamespace="http://schemas.microsoft.com/office/2006/metadata/properties" ma:root="true" ma:fieldsID="8108df76a192e00ecce4cadae88a104d" ns2:_="" ns3:_="">
    <xsd:import namespace="add626ea-3744-4bc4-9968-be3225425790"/>
    <xsd:import namespace="be0a9719-4ac4-4ca6-8b98-e7dd01bc4f6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dd626ea-3744-4bc4-9968-be322542579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0a9719-4ac4-4ca6-8b98-e7dd01bc4f66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65DFE79-959B-4571-88A6-1ECFF0583CF8}"/>
</file>

<file path=customXml/itemProps2.xml><?xml version="1.0" encoding="utf-8"?>
<ds:datastoreItem xmlns:ds="http://schemas.openxmlformats.org/officeDocument/2006/customXml" ds:itemID="{B88B5EB3-CC66-4735-963E-7EE56785444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C21C993-6AB0-4496-9D3E-36BCBAF7C1EB}">
  <ds:schemaRefs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http://schemas.microsoft.com/office/2006/documentManagement/types"/>
    <ds:schemaRef ds:uri="0d751855-8ec5-4dae-b5f0-246e4d043203"/>
    <ds:schemaRef ds:uri="http://purl.org/dc/elements/1.1/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307</Words>
  <Application>Microsoft Office PowerPoint</Application>
  <PresentationFormat>On-screen Show (4:3)</PresentationFormat>
  <Paragraphs>74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Database Management System</vt:lpstr>
      <vt:lpstr>Data </vt:lpstr>
      <vt:lpstr>PowerPoint Presentation</vt:lpstr>
      <vt:lpstr>Database</vt:lpstr>
      <vt:lpstr>PowerPoint Presentation</vt:lpstr>
      <vt:lpstr>Sample Database Structure</vt:lpstr>
      <vt:lpstr>Database Management System</vt:lpstr>
      <vt:lpstr>PowerPoint Presentation</vt:lpstr>
      <vt:lpstr>PowerPoint Presentation</vt:lpstr>
      <vt:lpstr>Examples of DBMS</vt:lpstr>
      <vt:lpstr>Data Model</vt:lpstr>
      <vt:lpstr>Types of Data Model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 Management System</dc:title>
  <dc:creator>RESHMA MALIK</dc:creator>
  <cp:lastModifiedBy>Lenovo</cp:lastModifiedBy>
  <cp:revision>11</cp:revision>
  <dcterms:created xsi:type="dcterms:W3CDTF">2018-07-08T10:20:08Z</dcterms:created>
  <dcterms:modified xsi:type="dcterms:W3CDTF">2022-10-13T06:37:46Z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0x010100821860917339A24CBF48CA72FD87A938</vt:lpwstr>
  </property>
</Properties>
</file>