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1" r:id="rId5"/>
    <p:sldMasterId id="2147483674" r:id="rId6"/>
  </p:sldMasterIdLst>
  <p:sldIdLst>
    <p:sldId id="315" r:id="rId7"/>
    <p:sldId id="316" r:id="rId8"/>
    <p:sldId id="317" r:id="rId9"/>
    <p:sldId id="256" r:id="rId10"/>
    <p:sldId id="303" r:id="rId11"/>
    <p:sldId id="304" r:id="rId12"/>
    <p:sldId id="305" r:id="rId13"/>
    <p:sldId id="306" r:id="rId14"/>
    <p:sldId id="302" r:id="rId15"/>
    <p:sldId id="257" r:id="rId16"/>
    <p:sldId id="258" r:id="rId17"/>
    <p:sldId id="307" r:id="rId18"/>
    <p:sldId id="259" r:id="rId19"/>
    <p:sldId id="260" r:id="rId20"/>
    <p:sldId id="261" r:id="rId21"/>
    <p:sldId id="262" r:id="rId22"/>
    <p:sldId id="263" r:id="rId23"/>
    <p:sldId id="264" r:id="rId24"/>
    <p:sldId id="308" r:id="rId25"/>
    <p:sldId id="265" r:id="rId26"/>
    <p:sldId id="266" r:id="rId27"/>
    <p:sldId id="267" r:id="rId28"/>
    <p:sldId id="268" r:id="rId29"/>
    <p:sldId id="270" r:id="rId30"/>
    <p:sldId id="318" r:id="rId31"/>
    <p:sldId id="271" r:id="rId32"/>
    <p:sldId id="319" r:id="rId33"/>
    <p:sldId id="272" r:id="rId34"/>
    <p:sldId id="309" r:id="rId35"/>
    <p:sldId id="273" r:id="rId36"/>
    <p:sldId id="274" r:id="rId37"/>
    <p:sldId id="275" r:id="rId38"/>
    <p:sldId id="276" r:id="rId39"/>
    <p:sldId id="277" r:id="rId40"/>
    <p:sldId id="310" r:id="rId41"/>
    <p:sldId id="278" r:id="rId42"/>
    <p:sldId id="279" r:id="rId43"/>
    <p:sldId id="280" r:id="rId44"/>
    <p:sldId id="281" r:id="rId45"/>
    <p:sldId id="282" r:id="rId46"/>
    <p:sldId id="283" r:id="rId47"/>
    <p:sldId id="284" r:id="rId48"/>
    <p:sldId id="285" r:id="rId49"/>
    <p:sldId id="286" r:id="rId50"/>
    <p:sldId id="287" r:id="rId51"/>
    <p:sldId id="311" r:id="rId52"/>
    <p:sldId id="288" r:id="rId53"/>
    <p:sldId id="289" r:id="rId54"/>
    <p:sldId id="290" r:id="rId55"/>
    <p:sldId id="291" r:id="rId56"/>
    <p:sldId id="320" r:id="rId57"/>
    <p:sldId id="313" r:id="rId58"/>
    <p:sldId id="292" r:id="rId59"/>
    <p:sldId id="312" r:id="rId60"/>
    <p:sldId id="293" r:id="rId61"/>
    <p:sldId id="314" r:id="rId62"/>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AB6AA8-3ED1-4741-98C8-6E355D091B52}" v="1" dt="2022-11-24T13:36:44.2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381"/>
        <p:guide pos="3175"/>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microsoft.com/office/2016/11/relationships/changesInfo" Target="changesInfos/changesInfo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TAM JAY" userId="S::pritam.jay215044@tsecedu.org::71cf7d3a-7ac6-49b0-96b0-cb43eb0964d2" providerId="AD" clId="Web-{8C658473-96FD-4E1B-B87F-C672823069C5}"/>
    <pc:docChg chg="sldOrd">
      <pc:chgData name="PRITAM JAY" userId="S::pritam.jay215044@tsecedu.org::71cf7d3a-7ac6-49b0-96b0-cb43eb0964d2" providerId="AD" clId="Web-{8C658473-96FD-4E1B-B87F-C672823069C5}" dt="2022-10-16T05:44:34.255" v="1"/>
      <pc:docMkLst>
        <pc:docMk/>
      </pc:docMkLst>
      <pc:sldChg chg="ord">
        <pc:chgData name="PRITAM JAY" userId="S::pritam.jay215044@tsecedu.org::71cf7d3a-7ac6-49b0-96b0-cb43eb0964d2" providerId="AD" clId="Web-{8C658473-96FD-4E1B-B87F-C672823069C5}" dt="2022-10-16T05:44:34.255" v="1"/>
        <pc:sldMkLst>
          <pc:docMk/>
          <pc:sldMk cId="0" sldId="282"/>
        </pc:sldMkLst>
      </pc:sldChg>
    </pc:docChg>
  </pc:docChgLst>
  <pc:docChgLst>
    <pc:chgData name="MANAV DAVE" userId="dfc4e03c-44ac-4ad6-a8c1-9f87fdf5c20a" providerId="ADAL" clId="{7A4C0A64-F515-B546-8850-D21010B10978}"/>
    <pc:docChg chg="modSld">
      <pc:chgData name="MANAV DAVE" userId="dfc4e03c-44ac-4ad6-a8c1-9f87fdf5c20a" providerId="ADAL" clId="{7A4C0A64-F515-B546-8850-D21010B10978}" dt="2022-10-17T08:41:45.443" v="124" actId="20577"/>
      <pc:docMkLst>
        <pc:docMk/>
      </pc:docMkLst>
      <pc:sldChg chg="modSp">
        <pc:chgData name="MANAV DAVE" userId="dfc4e03c-44ac-4ad6-a8c1-9f87fdf5c20a" providerId="ADAL" clId="{7A4C0A64-F515-B546-8850-D21010B10978}" dt="2022-10-17T08:41:45.443" v="124" actId="20577"/>
        <pc:sldMkLst>
          <pc:docMk/>
          <pc:sldMk cId="3491560421" sldId="315"/>
        </pc:sldMkLst>
        <pc:spChg chg="mod">
          <ac:chgData name="MANAV DAVE" userId="dfc4e03c-44ac-4ad6-a8c1-9f87fdf5c20a" providerId="ADAL" clId="{7A4C0A64-F515-B546-8850-D21010B10978}" dt="2022-10-17T08:41:45.443" v="124" actId="20577"/>
          <ac:spMkLst>
            <pc:docMk/>
            <pc:sldMk cId="3491560421" sldId="315"/>
            <ac:spMk id="3" creationId="{00000000-0000-0000-0000-000000000000}"/>
          </ac:spMkLst>
        </pc:spChg>
      </pc:sldChg>
    </pc:docChg>
  </pc:docChgLst>
  <pc:docChgLst>
    <pc:chgData name="JAIPRAKASH JEEVIKA" userId="S::jaiprakash.jeevika215045@tsecedu.org::e549fcdc-5899-449f-b7f4-76fd70b5cc81" providerId="AD" clId="Web-{BBAB6AA8-3ED1-4741-98C8-6E355D091B52}"/>
    <pc:docChg chg="modSld">
      <pc:chgData name="JAIPRAKASH JEEVIKA" userId="S::jaiprakash.jeevika215045@tsecedu.org::e549fcdc-5899-449f-b7f4-76fd70b5cc81" providerId="AD" clId="Web-{BBAB6AA8-3ED1-4741-98C8-6E355D091B52}" dt="2022-11-24T13:36:44.225" v="0" actId="1076"/>
      <pc:docMkLst>
        <pc:docMk/>
      </pc:docMkLst>
      <pc:sldChg chg="modSp">
        <pc:chgData name="JAIPRAKASH JEEVIKA" userId="S::jaiprakash.jeevika215045@tsecedu.org::e549fcdc-5899-449f-b7f4-76fd70b5cc81" providerId="AD" clId="Web-{BBAB6AA8-3ED1-4741-98C8-6E355D091B52}" dt="2022-11-24T13:36:44.225" v="0" actId="1076"/>
        <pc:sldMkLst>
          <pc:docMk/>
          <pc:sldMk cId="3151328516" sldId="305"/>
        </pc:sldMkLst>
        <pc:graphicFrameChg chg="mod">
          <ac:chgData name="JAIPRAKASH JEEVIKA" userId="S::jaiprakash.jeevika215045@tsecedu.org::e549fcdc-5899-449f-b7f4-76fd70b5cc81" providerId="AD" clId="Web-{BBAB6AA8-3ED1-4741-98C8-6E355D091B52}" dt="2022-11-24T13:36:44.225" v="0" actId="1076"/>
          <ac:graphicFrameMkLst>
            <pc:docMk/>
            <pc:sldMk cId="3151328516" sldId="305"/>
            <ac:graphicFrameMk id="2" creationId="{00000000-0000-0000-0000-000000000000}"/>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3" name="PlaceHolder 2"/>
          <p:cNvSpPr>
            <a:spLocks noGrp="1"/>
          </p:cNvSpPr>
          <p:nvPr>
            <p:ph type="subTitle"/>
          </p:nvPr>
        </p:nvSpPr>
        <p:spPr>
          <a:xfrm>
            <a:off x="504000" y="1768680"/>
            <a:ext cx="9071640" cy="4384080"/>
          </a:xfrm>
          <a:prstGeom prst="rect">
            <a:avLst/>
          </a:prstGeom>
        </p:spPr>
        <p:txBody>
          <a:bodyPr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5" name="PlaceHolder 2"/>
          <p:cNvSpPr>
            <a:spLocks noGrp="1"/>
          </p:cNvSpPr>
          <p:nvPr>
            <p:ph type="body"/>
          </p:nvPr>
        </p:nvSpPr>
        <p:spPr>
          <a:xfrm>
            <a:off x="504000" y="1768680"/>
            <a:ext cx="9071640" cy="4383720"/>
          </a:xfrm>
          <a:prstGeom prst="rect">
            <a:avLst/>
          </a:prstGeom>
        </p:spPr>
        <p:txBody>
          <a:bodyPr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7" name="PlaceHolder 2"/>
          <p:cNvSpPr>
            <a:spLocks noGrp="1"/>
          </p:cNvSpPr>
          <p:nvPr>
            <p:ph type="body"/>
          </p:nvPr>
        </p:nvSpPr>
        <p:spPr>
          <a:xfrm>
            <a:off x="504000" y="1768680"/>
            <a:ext cx="4426920" cy="4383720"/>
          </a:xfrm>
          <a:prstGeom prst="rect">
            <a:avLst/>
          </a:prstGeom>
        </p:spPr>
        <p:txBody>
          <a:bodyPr lIns="0" tIns="0" rIns="0" bIns="0"/>
          <a:lstStyle/>
          <a:p>
            <a:endParaRPr/>
          </a:p>
        </p:txBody>
      </p:sp>
      <p:sp>
        <p:nvSpPr>
          <p:cNvPr id="8" name="PlaceHolder 3"/>
          <p:cNvSpPr>
            <a:spLocks noGrp="1"/>
          </p:cNvSpPr>
          <p:nvPr>
            <p:ph type="body"/>
          </p:nvPr>
        </p:nvSpPr>
        <p:spPr>
          <a:xfrm>
            <a:off x="5152680" y="1768680"/>
            <a:ext cx="4426920" cy="4383720"/>
          </a:xfrm>
          <a:prstGeom prst="rect">
            <a:avLst/>
          </a:prstGeom>
        </p:spPr>
        <p:txBody>
          <a:bodyPr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504000" y="301320"/>
            <a:ext cx="9070560" cy="5852160"/>
          </a:xfrm>
          <a:prstGeom prst="rect">
            <a:avLst/>
          </a:prstGeom>
        </p:spPr>
        <p:txBody>
          <a:bodyPr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12"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13" name="PlaceHolder 3"/>
          <p:cNvSpPr>
            <a:spLocks noGrp="1"/>
          </p:cNvSpPr>
          <p:nvPr>
            <p:ph type="body"/>
          </p:nvPr>
        </p:nvSpPr>
        <p:spPr>
          <a:xfrm>
            <a:off x="504000" y="4058640"/>
            <a:ext cx="4426920" cy="2090880"/>
          </a:xfrm>
          <a:prstGeom prst="rect">
            <a:avLst/>
          </a:prstGeom>
        </p:spPr>
        <p:txBody>
          <a:bodyPr lIns="0" tIns="0" rIns="0" bIns="0"/>
          <a:lstStyle/>
          <a:p>
            <a:endParaRPr/>
          </a:p>
        </p:txBody>
      </p:sp>
      <p:sp>
        <p:nvSpPr>
          <p:cNvPr id="14" name="PlaceHolder 4"/>
          <p:cNvSpPr>
            <a:spLocks noGrp="1"/>
          </p:cNvSpPr>
          <p:nvPr>
            <p:ph type="body"/>
          </p:nvPr>
        </p:nvSpPr>
        <p:spPr>
          <a:xfrm>
            <a:off x="5152680" y="1768680"/>
            <a:ext cx="4426920" cy="4383720"/>
          </a:xfrm>
          <a:prstGeom prst="rect">
            <a:avLst/>
          </a:prstGeom>
        </p:spPr>
        <p:txBody>
          <a:bodyPr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16" name="PlaceHolder 2"/>
          <p:cNvSpPr>
            <a:spLocks noGrp="1"/>
          </p:cNvSpPr>
          <p:nvPr>
            <p:ph type="body"/>
          </p:nvPr>
        </p:nvSpPr>
        <p:spPr>
          <a:xfrm>
            <a:off x="504000" y="1768680"/>
            <a:ext cx="4426920" cy="4383720"/>
          </a:xfrm>
          <a:prstGeom prst="rect">
            <a:avLst/>
          </a:prstGeom>
        </p:spPr>
        <p:txBody>
          <a:bodyPr lIns="0" tIns="0" rIns="0" bIns="0"/>
          <a:lstStyle/>
          <a:p>
            <a:endParaRPr/>
          </a:p>
        </p:txBody>
      </p:sp>
      <p:sp>
        <p:nvSpPr>
          <p:cNvPr id="17"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18" name="PlaceHolder 4"/>
          <p:cNvSpPr>
            <a:spLocks noGrp="1"/>
          </p:cNvSpPr>
          <p:nvPr>
            <p:ph type="body"/>
          </p:nvPr>
        </p:nvSpPr>
        <p:spPr>
          <a:xfrm>
            <a:off x="5152680" y="4058640"/>
            <a:ext cx="4426920" cy="2090880"/>
          </a:xfrm>
          <a:prstGeom prst="rect">
            <a:avLst/>
          </a:prstGeom>
        </p:spPr>
        <p:txBody>
          <a:bodyPr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20"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21"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22" name="PlaceHolder 4"/>
          <p:cNvSpPr>
            <a:spLocks noGrp="1"/>
          </p:cNvSpPr>
          <p:nvPr>
            <p:ph type="body"/>
          </p:nvPr>
        </p:nvSpPr>
        <p:spPr>
          <a:xfrm>
            <a:off x="504000" y="4058640"/>
            <a:ext cx="9071640" cy="2090880"/>
          </a:xfrm>
          <a:prstGeom prst="rect">
            <a:avLst/>
          </a:prstGeom>
        </p:spPr>
        <p:txBody>
          <a:bodyPr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24" name="PlaceHolder 2"/>
          <p:cNvSpPr>
            <a:spLocks noGrp="1"/>
          </p:cNvSpPr>
          <p:nvPr>
            <p:ph type="body"/>
          </p:nvPr>
        </p:nvSpPr>
        <p:spPr>
          <a:xfrm>
            <a:off x="504000" y="1768680"/>
            <a:ext cx="9071640" cy="2090880"/>
          </a:xfrm>
          <a:prstGeom prst="rect">
            <a:avLst/>
          </a:prstGeom>
        </p:spPr>
        <p:txBody>
          <a:bodyPr lIns="0" tIns="0" rIns="0" bIns="0"/>
          <a:lstStyle/>
          <a:p>
            <a:endParaRPr/>
          </a:p>
        </p:txBody>
      </p:sp>
      <p:sp>
        <p:nvSpPr>
          <p:cNvPr id="25" name="PlaceHolder 3"/>
          <p:cNvSpPr>
            <a:spLocks noGrp="1"/>
          </p:cNvSpPr>
          <p:nvPr>
            <p:ph type="body"/>
          </p:nvPr>
        </p:nvSpPr>
        <p:spPr>
          <a:xfrm>
            <a:off x="504000" y="4058640"/>
            <a:ext cx="9071640" cy="2090880"/>
          </a:xfrm>
          <a:prstGeom prst="rect">
            <a:avLst/>
          </a:prstGeom>
        </p:spPr>
        <p:txBody>
          <a:bodyPr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27"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28"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29" name="PlaceHolder 4"/>
          <p:cNvSpPr>
            <a:spLocks noGrp="1"/>
          </p:cNvSpPr>
          <p:nvPr>
            <p:ph type="body"/>
          </p:nvPr>
        </p:nvSpPr>
        <p:spPr>
          <a:xfrm>
            <a:off x="5152680" y="4058640"/>
            <a:ext cx="4426920" cy="2090880"/>
          </a:xfrm>
          <a:prstGeom prst="rect">
            <a:avLst/>
          </a:prstGeom>
        </p:spPr>
        <p:txBody>
          <a:bodyPr lIns="0" tIns="0" rIns="0" bIns="0"/>
          <a:lstStyle/>
          <a:p>
            <a:endParaRPr/>
          </a:p>
        </p:txBody>
      </p:sp>
      <p:sp>
        <p:nvSpPr>
          <p:cNvPr id="30" name="PlaceHolder 5"/>
          <p:cNvSpPr>
            <a:spLocks noGrp="1"/>
          </p:cNvSpPr>
          <p:nvPr>
            <p:ph type="body"/>
          </p:nvPr>
        </p:nvSpPr>
        <p:spPr>
          <a:xfrm>
            <a:off x="504000" y="4058640"/>
            <a:ext cx="4426920" cy="2090880"/>
          </a:xfrm>
          <a:prstGeom prst="rect">
            <a:avLst/>
          </a:prstGeom>
        </p:spPr>
        <p:txBody>
          <a:bodyPr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32" name="PlaceHolder 2"/>
          <p:cNvSpPr>
            <a:spLocks noGrp="1"/>
          </p:cNvSpPr>
          <p:nvPr>
            <p:ph type="body"/>
          </p:nvPr>
        </p:nvSpPr>
        <p:spPr>
          <a:xfrm>
            <a:off x="504000" y="1768680"/>
            <a:ext cx="9071640" cy="4383720"/>
          </a:xfrm>
          <a:prstGeom prst="rect">
            <a:avLst/>
          </a:prstGeom>
        </p:spPr>
        <p:txBody>
          <a:bodyPr lIns="0" tIns="0" rIns="0" bIns="0"/>
          <a:lstStyle/>
          <a:p>
            <a:endParaRPr/>
          </a:p>
        </p:txBody>
      </p:sp>
      <p:sp>
        <p:nvSpPr>
          <p:cNvPr id="33" name="PlaceHolder 3"/>
          <p:cNvSpPr>
            <a:spLocks noGrp="1"/>
          </p:cNvSpPr>
          <p:nvPr>
            <p:ph type="body"/>
          </p:nvPr>
        </p:nvSpPr>
        <p:spPr>
          <a:xfrm>
            <a:off x="504000" y="1768680"/>
            <a:ext cx="9071640" cy="4383720"/>
          </a:xfrm>
          <a:prstGeom prst="rect">
            <a:avLst/>
          </a:prstGeom>
        </p:spPr>
        <p:txBody>
          <a:bodyPr lIns="0" tIns="0" rIns="0" bIns="0"/>
          <a:lstStyle/>
          <a:p>
            <a:endParaRPr/>
          </a:p>
        </p:txBody>
      </p:sp>
      <p:pic>
        <p:nvPicPr>
          <p:cNvPr id="34" name="Picture 33"/>
          <p:cNvPicPr/>
          <p:nvPr/>
        </p:nvPicPr>
        <p:blipFill>
          <a:blip r:embed="rId2"/>
          <a:stretch>
            <a:fillRect/>
          </a:stretch>
        </p:blipFill>
        <p:spPr>
          <a:xfrm>
            <a:off x="2292480" y="1768320"/>
            <a:ext cx="5494320" cy="4383720"/>
          </a:xfrm>
          <a:prstGeom prst="rect">
            <a:avLst/>
          </a:prstGeom>
          <a:ln>
            <a:noFill/>
          </a:ln>
        </p:spPr>
      </p:pic>
      <p:pic>
        <p:nvPicPr>
          <p:cNvPr id="35" name="Picture 34"/>
          <p:cNvPicPr/>
          <p:nvPr/>
        </p:nvPicPr>
        <p:blipFill>
          <a:blip r:embed="rId2"/>
          <a:stretch>
            <a:fillRect/>
          </a:stretch>
        </p:blipFill>
        <p:spPr>
          <a:xfrm>
            <a:off x="2292480" y="1768320"/>
            <a:ext cx="5494320" cy="438372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8"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39" name="PlaceHolder 2"/>
          <p:cNvSpPr>
            <a:spLocks noGrp="1"/>
          </p:cNvSpPr>
          <p:nvPr>
            <p:ph type="subTitle"/>
          </p:nvPr>
        </p:nvSpPr>
        <p:spPr>
          <a:xfrm>
            <a:off x="504000" y="1768680"/>
            <a:ext cx="9071640" cy="4384080"/>
          </a:xfrm>
          <a:prstGeom prst="rect">
            <a:avLst/>
          </a:prstGeom>
        </p:spPr>
        <p:txBody>
          <a:bodyPr lIns="0" tIns="0" rIns="0" bIns="0" anchor="ctr"/>
          <a:lstStyle/>
          <a:p>
            <a:pPr algn="ct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41" name="PlaceHolder 2"/>
          <p:cNvSpPr>
            <a:spLocks noGrp="1"/>
          </p:cNvSpPr>
          <p:nvPr>
            <p:ph type="body"/>
          </p:nvPr>
        </p:nvSpPr>
        <p:spPr>
          <a:xfrm>
            <a:off x="504000" y="1768680"/>
            <a:ext cx="9071640" cy="4383720"/>
          </a:xfrm>
          <a:prstGeom prst="rect">
            <a:avLst/>
          </a:prstGeom>
        </p:spPr>
        <p:txBody>
          <a:bodyPr lIns="0" tIns="0" rIns="0" bIns="0"/>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43" name="PlaceHolder 2"/>
          <p:cNvSpPr>
            <a:spLocks noGrp="1"/>
          </p:cNvSpPr>
          <p:nvPr>
            <p:ph type="body"/>
          </p:nvPr>
        </p:nvSpPr>
        <p:spPr>
          <a:xfrm>
            <a:off x="504000" y="1768680"/>
            <a:ext cx="4426920" cy="4383720"/>
          </a:xfrm>
          <a:prstGeom prst="rect">
            <a:avLst/>
          </a:prstGeom>
        </p:spPr>
        <p:txBody>
          <a:bodyPr lIns="0" tIns="0" rIns="0" bIns="0"/>
          <a:lstStyle/>
          <a:p>
            <a:endParaRPr/>
          </a:p>
        </p:txBody>
      </p:sp>
      <p:sp>
        <p:nvSpPr>
          <p:cNvPr id="44" name="PlaceHolder 3"/>
          <p:cNvSpPr>
            <a:spLocks noGrp="1"/>
          </p:cNvSpPr>
          <p:nvPr>
            <p:ph type="body"/>
          </p:nvPr>
        </p:nvSpPr>
        <p:spPr>
          <a:xfrm>
            <a:off x="5152680" y="1768680"/>
            <a:ext cx="4426920" cy="4383720"/>
          </a:xfrm>
          <a:prstGeom prst="rect">
            <a:avLst/>
          </a:prstGeom>
        </p:spPr>
        <p:txBody>
          <a:bodyPr lIns="0" tIns="0" rIns="0" bIns="0"/>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5"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6" name="PlaceHolder 1"/>
          <p:cNvSpPr>
            <a:spLocks noGrp="1"/>
          </p:cNvSpPr>
          <p:nvPr>
            <p:ph type="subTitle"/>
          </p:nvPr>
        </p:nvSpPr>
        <p:spPr>
          <a:xfrm>
            <a:off x="504000" y="301320"/>
            <a:ext cx="9070560" cy="5852160"/>
          </a:xfrm>
          <a:prstGeom prst="rect">
            <a:avLst/>
          </a:prstGeom>
        </p:spPr>
        <p:txBody>
          <a:bodyPr lIns="0" tIns="0" rIns="0" bIns="0" anchor="ctr"/>
          <a:lstStyle/>
          <a:p>
            <a:pPr algn="ct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48"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49" name="PlaceHolder 3"/>
          <p:cNvSpPr>
            <a:spLocks noGrp="1"/>
          </p:cNvSpPr>
          <p:nvPr>
            <p:ph type="body"/>
          </p:nvPr>
        </p:nvSpPr>
        <p:spPr>
          <a:xfrm>
            <a:off x="504000" y="4058640"/>
            <a:ext cx="4426920" cy="2090880"/>
          </a:xfrm>
          <a:prstGeom prst="rect">
            <a:avLst/>
          </a:prstGeom>
        </p:spPr>
        <p:txBody>
          <a:bodyPr lIns="0" tIns="0" rIns="0" bIns="0"/>
          <a:lstStyle/>
          <a:p>
            <a:endParaRPr/>
          </a:p>
        </p:txBody>
      </p:sp>
      <p:sp>
        <p:nvSpPr>
          <p:cNvPr id="50" name="PlaceHolder 4"/>
          <p:cNvSpPr>
            <a:spLocks noGrp="1"/>
          </p:cNvSpPr>
          <p:nvPr>
            <p:ph type="body"/>
          </p:nvPr>
        </p:nvSpPr>
        <p:spPr>
          <a:xfrm>
            <a:off x="5152680" y="1768680"/>
            <a:ext cx="4426920" cy="4383720"/>
          </a:xfrm>
          <a:prstGeom prst="rect">
            <a:avLst/>
          </a:prstGeom>
        </p:spPr>
        <p:txBody>
          <a:bodyPr lIns="0" tIns="0" rIns="0" bIns="0"/>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52" name="PlaceHolder 2"/>
          <p:cNvSpPr>
            <a:spLocks noGrp="1"/>
          </p:cNvSpPr>
          <p:nvPr>
            <p:ph type="body"/>
          </p:nvPr>
        </p:nvSpPr>
        <p:spPr>
          <a:xfrm>
            <a:off x="504000" y="1768680"/>
            <a:ext cx="4426920" cy="4383720"/>
          </a:xfrm>
          <a:prstGeom prst="rect">
            <a:avLst/>
          </a:prstGeom>
        </p:spPr>
        <p:txBody>
          <a:bodyPr lIns="0" tIns="0" rIns="0" bIns="0"/>
          <a:lstStyle/>
          <a:p>
            <a:endParaRPr/>
          </a:p>
        </p:txBody>
      </p:sp>
      <p:sp>
        <p:nvSpPr>
          <p:cNvPr id="53"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54" name="PlaceHolder 4"/>
          <p:cNvSpPr>
            <a:spLocks noGrp="1"/>
          </p:cNvSpPr>
          <p:nvPr>
            <p:ph type="body"/>
          </p:nvPr>
        </p:nvSpPr>
        <p:spPr>
          <a:xfrm>
            <a:off x="5152680" y="4058640"/>
            <a:ext cx="4426920" cy="2090880"/>
          </a:xfrm>
          <a:prstGeom prst="rect">
            <a:avLst/>
          </a:prstGeom>
        </p:spPr>
        <p:txBody>
          <a:bodyPr lIns="0" tIns="0" rIns="0" bIns="0"/>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56"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57"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58" name="PlaceHolder 4"/>
          <p:cNvSpPr>
            <a:spLocks noGrp="1"/>
          </p:cNvSpPr>
          <p:nvPr>
            <p:ph type="body"/>
          </p:nvPr>
        </p:nvSpPr>
        <p:spPr>
          <a:xfrm>
            <a:off x="504000" y="4058640"/>
            <a:ext cx="9071640" cy="2090880"/>
          </a:xfrm>
          <a:prstGeom prst="rect">
            <a:avLst/>
          </a:prstGeom>
        </p:spPr>
        <p:txBody>
          <a:bodyPr lIns="0" tIns="0" rIns="0" bIns="0"/>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60" name="PlaceHolder 2"/>
          <p:cNvSpPr>
            <a:spLocks noGrp="1"/>
          </p:cNvSpPr>
          <p:nvPr>
            <p:ph type="body"/>
          </p:nvPr>
        </p:nvSpPr>
        <p:spPr>
          <a:xfrm>
            <a:off x="504000" y="1768680"/>
            <a:ext cx="9071640" cy="2090880"/>
          </a:xfrm>
          <a:prstGeom prst="rect">
            <a:avLst/>
          </a:prstGeom>
        </p:spPr>
        <p:txBody>
          <a:bodyPr lIns="0" tIns="0" rIns="0" bIns="0"/>
          <a:lstStyle/>
          <a:p>
            <a:endParaRPr/>
          </a:p>
        </p:txBody>
      </p:sp>
      <p:sp>
        <p:nvSpPr>
          <p:cNvPr id="61" name="PlaceHolder 3"/>
          <p:cNvSpPr>
            <a:spLocks noGrp="1"/>
          </p:cNvSpPr>
          <p:nvPr>
            <p:ph type="body"/>
          </p:nvPr>
        </p:nvSpPr>
        <p:spPr>
          <a:xfrm>
            <a:off x="504000" y="4058640"/>
            <a:ext cx="9071640" cy="2090880"/>
          </a:xfrm>
          <a:prstGeom prst="rect">
            <a:avLst/>
          </a:prstGeom>
        </p:spPr>
        <p:txBody>
          <a:bodyPr lIns="0" tIns="0" rIns="0" bIns="0"/>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63"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64"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65" name="PlaceHolder 4"/>
          <p:cNvSpPr>
            <a:spLocks noGrp="1"/>
          </p:cNvSpPr>
          <p:nvPr>
            <p:ph type="body"/>
          </p:nvPr>
        </p:nvSpPr>
        <p:spPr>
          <a:xfrm>
            <a:off x="5152680" y="4058640"/>
            <a:ext cx="4426920" cy="2090880"/>
          </a:xfrm>
          <a:prstGeom prst="rect">
            <a:avLst/>
          </a:prstGeom>
        </p:spPr>
        <p:txBody>
          <a:bodyPr lIns="0" tIns="0" rIns="0" bIns="0"/>
          <a:lstStyle/>
          <a:p>
            <a:endParaRPr/>
          </a:p>
        </p:txBody>
      </p:sp>
      <p:sp>
        <p:nvSpPr>
          <p:cNvPr id="66" name="PlaceHolder 5"/>
          <p:cNvSpPr>
            <a:spLocks noGrp="1"/>
          </p:cNvSpPr>
          <p:nvPr>
            <p:ph type="body"/>
          </p:nvPr>
        </p:nvSpPr>
        <p:spPr>
          <a:xfrm>
            <a:off x="504000" y="4058640"/>
            <a:ext cx="4426920" cy="2090880"/>
          </a:xfrm>
          <a:prstGeom prst="rect">
            <a:avLst/>
          </a:prstGeom>
        </p:spPr>
        <p:txBody>
          <a:bodyPr lIns="0" tIns="0" rIns="0" bIns="0"/>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68" name="PlaceHolder 2"/>
          <p:cNvSpPr>
            <a:spLocks noGrp="1"/>
          </p:cNvSpPr>
          <p:nvPr>
            <p:ph type="body"/>
          </p:nvPr>
        </p:nvSpPr>
        <p:spPr>
          <a:xfrm>
            <a:off x="504000" y="1768680"/>
            <a:ext cx="9071640" cy="4383720"/>
          </a:xfrm>
          <a:prstGeom prst="rect">
            <a:avLst/>
          </a:prstGeom>
        </p:spPr>
        <p:txBody>
          <a:bodyPr lIns="0" tIns="0" rIns="0" bIns="0"/>
          <a:lstStyle/>
          <a:p>
            <a:endParaRPr/>
          </a:p>
        </p:txBody>
      </p:sp>
      <p:sp>
        <p:nvSpPr>
          <p:cNvPr id="69" name="PlaceHolder 3"/>
          <p:cNvSpPr>
            <a:spLocks noGrp="1"/>
          </p:cNvSpPr>
          <p:nvPr>
            <p:ph type="body"/>
          </p:nvPr>
        </p:nvSpPr>
        <p:spPr>
          <a:xfrm>
            <a:off x="504000" y="1768680"/>
            <a:ext cx="9071640" cy="4383720"/>
          </a:xfrm>
          <a:prstGeom prst="rect">
            <a:avLst/>
          </a:prstGeom>
        </p:spPr>
        <p:txBody>
          <a:bodyPr lIns="0" tIns="0" rIns="0" bIns="0"/>
          <a:lstStyle/>
          <a:p>
            <a:endParaRPr/>
          </a:p>
        </p:txBody>
      </p:sp>
      <p:pic>
        <p:nvPicPr>
          <p:cNvPr id="70" name="Picture 69"/>
          <p:cNvPicPr/>
          <p:nvPr/>
        </p:nvPicPr>
        <p:blipFill>
          <a:blip r:embed="rId2"/>
          <a:stretch>
            <a:fillRect/>
          </a:stretch>
        </p:blipFill>
        <p:spPr>
          <a:xfrm>
            <a:off x="2292480" y="1768320"/>
            <a:ext cx="5494320" cy="4383720"/>
          </a:xfrm>
          <a:prstGeom prst="rect">
            <a:avLst/>
          </a:prstGeom>
          <a:ln>
            <a:noFill/>
          </a:ln>
        </p:spPr>
      </p:pic>
      <p:pic>
        <p:nvPicPr>
          <p:cNvPr id="71" name="Picture 70"/>
          <p:cNvPicPr/>
          <p:nvPr/>
        </p:nvPicPr>
        <p:blipFill>
          <a:blip r:embed="rId2"/>
          <a:stretch>
            <a:fillRect/>
          </a:stretch>
        </p:blipFill>
        <p:spPr>
          <a:xfrm>
            <a:off x="2292480" y="1768320"/>
            <a:ext cx="5494320" cy="4383720"/>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4"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75" name="PlaceHolder 2"/>
          <p:cNvSpPr>
            <a:spLocks noGrp="1"/>
          </p:cNvSpPr>
          <p:nvPr>
            <p:ph type="subTitle"/>
          </p:nvPr>
        </p:nvSpPr>
        <p:spPr>
          <a:xfrm>
            <a:off x="504000" y="1768680"/>
            <a:ext cx="9071640" cy="4384080"/>
          </a:xfrm>
          <a:prstGeom prst="rect">
            <a:avLst/>
          </a:prstGeom>
        </p:spPr>
        <p:txBody>
          <a:bodyPr lIns="0" tIns="0" rIns="0" bIns="0" anchor="ctr"/>
          <a:lstStyle/>
          <a:p>
            <a:pPr algn="ct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77" name="PlaceHolder 2"/>
          <p:cNvSpPr>
            <a:spLocks noGrp="1"/>
          </p:cNvSpPr>
          <p:nvPr>
            <p:ph type="body"/>
          </p:nvPr>
        </p:nvSpPr>
        <p:spPr>
          <a:xfrm>
            <a:off x="504000" y="1768680"/>
            <a:ext cx="9071640" cy="4383720"/>
          </a:xfrm>
          <a:prstGeom prst="rect">
            <a:avLst/>
          </a:prstGeom>
        </p:spPr>
        <p:txBody>
          <a:bodyPr lIns="0" tIns="0" rIns="0" bIns="0"/>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79" name="PlaceHolder 2"/>
          <p:cNvSpPr>
            <a:spLocks noGrp="1"/>
          </p:cNvSpPr>
          <p:nvPr>
            <p:ph type="body"/>
          </p:nvPr>
        </p:nvSpPr>
        <p:spPr>
          <a:xfrm>
            <a:off x="504000" y="1768680"/>
            <a:ext cx="4426920" cy="4383720"/>
          </a:xfrm>
          <a:prstGeom prst="rect">
            <a:avLst/>
          </a:prstGeom>
        </p:spPr>
        <p:txBody>
          <a:bodyPr lIns="0" tIns="0" rIns="0" bIns="0"/>
          <a:lstStyle/>
          <a:p>
            <a:endParaRPr/>
          </a:p>
        </p:txBody>
      </p:sp>
      <p:sp>
        <p:nvSpPr>
          <p:cNvPr id="80" name="PlaceHolder 3"/>
          <p:cNvSpPr>
            <a:spLocks noGrp="1"/>
          </p:cNvSpPr>
          <p:nvPr>
            <p:ph type="body"/>
          </p:nvPr>
        </p:nvSpPr>
        <p:spPr>
          <a:xfrm>
            <a:off x="5152680" y="1768680"/>
            <a:ext cx="4426920" cy="4383720"/>
          </a:xfrm>
          <a:prstGeom prst="rect">
            <a:avLst/>
          </a:prstGeom>
        </p:spPr>
        <p:txBody>
          <a:bodyPr lIns="0" tIns="0" rIns="0" bIns="0"/>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1"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2" name="PlaceHolder 1"/>
          <p:cNvSpPr>
            <a:spLocks noGrp="1"/>
          </p:cNvSpPr>
          <p:nvPr>
            <p:ph type="subTitle"/>
          </p:nvPr>
        </p:nvSpPr>
        <p:spPr>
          <a:xfrm>
            <a:off x="504000" y="301320"/>
            <a:ext cx="9070560" cy="5852160"/>
          </a:xfrm>
          <a:prstGeom prst="rect">
            <a:avLst/>
          </a:prstGeom>
        </p:spPr>
        <p:txBody>
          <a:bodyPr lIns="0" tIns="0" rIns="0" bIns="0" anchor="ctr"/>
          <a:lstStyle/>
          <a:p>
            <a:pPr algn="ct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84"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85" name="PlaceHolder 3"/>
          <p:cNvSpPr>
            <a:spLocks noGrp="1"/>
          </p:cNvSpPr>
          <p:nvPr>
            <p:ph type="body"/>
          </p:nvPr>
        </p:nvSpPr>
        <p:spPr>
          <a:xfrm>
            <a:off x="504000" y="4058640"/>
            <a:ext cx="4426920" cy="2090880"/>
          </a:xfrm>
          <a:prstGeom prst="rect">
            <a:avLst/>
          </a:prstGeom>
        </p:spPr>
        <p:txBody>
          <a:bodyPr lIns="0" tIns="0" rIns="0" bIns="0"/>
          <a:lstStyle/>
          <a:p>
            <a:endParaRPr/>
          </a:p>
        </p:txBody>
      </p:sp>
      <p:sp>
        <p:nvSpPr>
          <p:cNvPr id="86" name="PlaceHolder 4"/>
          <p:cNvSpPr>
            <a:spLocks noGrp="1"/>
          </p:cNvSpPr>
          <p:nvPr>
            <p:ph type="body"/>
          </p:nvPr>
        </p:nvSpPr>
        <p:spPr>
          <a:xfrm>
            <a:off x="5152680" y="1768680"/>
            <a:ext cx="4426920" cy="4383720"/>
          </a:xfrm>
          <a:prstGeom prst="rect">
            <a:avLst/>
          </a:prstGeom>
        </p:spPr>
        <p:txBody>
          <a:bodyPr lIns="0" tIns="0" rIns="0" bIns="0"/>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88" name="PlaceHolder 2"/>
          <p:cNvSpPr>
            <a:spLocks noGrp="1"/>
          </p:cNvSpPr>
          <p:nvPr>
            <p:ph type="body"/>
          </p:nvPr>
        </p:nvSpPr>
        <p:spPr>
          <a:xfrm>
            <a:off x="504000" y="1768680"/>
            <a:ext cx="4426920" cy="4383720"/>
          </a:xfrm>
          <a:prstGeom prst="rect">
            <a:avLst/>
          </a:prstGeom>
        </p:spPr>
        <p:txBody>
          <a:bodyPr lIns="0" tIns="0" rIns="0" bIns="0"/>
          <a:lstStyle/>
          <a:p>
            <a:endParaRPr/>
          </a:p>
        </p:txBody>
      </p:sp>
      <p:sp>
        <p:nvSpPr>
          <p:cNvPr id="89"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90" name="PlaceHolder 4"/>
          <p:cNvSpPr>
            <a:spLocks noGrp="1"/>
          </p:cNvSpPr>
          <p:nvPr>
            <p:ph type="body"/>
          </p:nvPr>
        </p:nvSpPr>
        <p:spPr>
          <a:xfrm>
            <a:off x="5152680" y="4058640"/>
            <a:ext cx="4426920" cy="2090880"/>
          </a:xfrm>
          <a:prstGeom prst="rect">
            <a:avLst/>
          </a:prstGeom>
        </p:spPr>
        <p:txBody>
          <a:bodyPr lIns="0" tIns="0" rIns="0" bIns="0"/>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92"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93"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94" name="PlaceHolder 4"/>
          <p:cNvSpPr>
            <a:spLocks noGrp="1"/>
          </p:cNvSpPr>
          <p:nvPr>
            <p:ph type="body"/>
          </p:nvPr>
        </p:nvSpPr>
        <p:spPr>
          <a:xfrm>
            <a:off x="504000" y="4058640"/>
            <a:ext cx="9071640" cy="2090880"/>
          </a:xfrm>
          <a:prstGeom prst="rect">
            <a:avLst/>
          </a:prstGeom>
        </p:spPr>
        <p:txBody>
          <a:bodyPr lIns="0" tIns="0" rIns="0" bIns="0"/>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96" name="PlaceHolder 2"/>
          <p:cNvSpPr>
            <a:spLocks noGrp="1"/>
          </p:cNvSpPr>
          <p:nvPr>
            <p:ph type="body"/>
          </p:nvPr>
        </p:nvSpPr>
        <p:spPr>
          <a:xfrm>
            <a:off x="504000" y="1768680"/>
            <a:ext cx="9071640" cy="2090880"/>
          </a:xfrm>
          <a:prstGeom prst="rect">
            <a:avLst/>
          </a:prstGeom>
        </p:spPr>
        <p:txBody>
          <a:bodyPr lIns="0" tIns="0" rIns="0" bIns="0"/>
          <a:lstStyle/>
          <a:p>
            <a:endParaRPr/>
          </a:p>
        </p:txBody>
      </p:sp>
      <p:sp>
        <p:nvSpPr>
          <p:cNvPr id="97" name="PlaceHolder 3"/>
          <p:cNvSpPr>
            <a:spLocks noGrp="1"/>
          </p:cNvSpPr>
          <p:nvPr>
            <p:ph type="body"/>
          </p:nvPr>
        </p:nvSpPr>
        <p:spPr>
          <a:xfrm>
            <a:off x="504000" y="4058640"/>
            <a:ext cx="9071640" cy="2090880"/>
          </a:xfrm>
          <a:prstGeom prst="rect">
            <a:avLst/>
          </a:prstGeom>
        </p:spPr>
        <p:txBody>
          <a:bodyPr lIns="0" tIns="0" rIns="0" bIns="0"/>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99" name="PlaceHolder 2"/>
          <p:cNvSpPr>
            <a:spLocks noGrp="1"/>
          </p:cNvSpPr>
          <p:nvPr>
            <p:ph type="body"/>
          </p:nvPr>
        </p:nvSpPr>
        <p:spPr>
          <a:xfrm>
            <a:off x="504000" y="1768680"/>
            <a:ext cx="4426920" cy="2090880"/>
          </a:xfrm>
          <a:prstGeom prst="rect">
            <a:avLst/>
          </a:prstGeom>
        </p:spPr>
        <p:txBody>
          <a:bodyPr lIns="0" tIns="0" rIns="0" bIns="0"/>
          <a:lstStyle/>
          <a:p>
            <a:endParaRPr/>
          </a:p>
        </p:txBody>
      </p:sp>
      <p:sp>
        <p:nvSpPr>
          <p:cNvPr id="100" name="PlaceHolder 3"/>
          <p:cNvSpPr>
            <a:spLocks noGrp="1"/>
          </p:cNvSpPr>
          <p:nvPr>
            <p:ph type="body"/>
          </p:nvPr>
        </p:nvSpPr>
        <p:spPr>
          <a:xfrm>
            <a:off x="5152680" y="1768680"/>
            <a:ext cx="4426920" cy="2090880"/>
          </a:xfrm>
          <a:prstGeom prst="rect">
            <a:avLst/>
          </a:prstGeom>
        </p:spPr>
        <p:txBody>
          <a:bodyPr lIns="0" tIns="0" rIns="0" bIns="0"/>
          <a:lstStyle/>
          <a:p>
            <a:endParaRPr/>
          </a:p>
        </p:txBody>
      </p:sp>
      <p:sp>
        <p:nvSpPr>
          <p:cNvPr id="101" name="PlaceHolder 4"/>
          <p:cNvSpPr>
            <a:spLocks noGrp="1"/>
          </p:cNvSpPr>
          <p:nvPr>
            <p:ph type="body"/>
          </p:nvPr>
        </p:nvSpPr>
        <p:spPr>
          <a:xfrm>
            <a:off x="5152680" y="4058640"/>
            <a:ext cx="4426920" cy="2090880"/>
          </a:xfrm>
          <a:prstGeom prst="rect">
            <a:avLst/>
          </a:prstGeom>
        </p:spPr>
        <p:txBody>
          <a:bodyPr lIns="0" tIns="0" rIns="0" bIns="0"/>
          <a:lstStyle/>
          <a:p>
            <a:endParaRPr/>
          </a:p>
        </p:txBody>
      </p:sp>
      <p:sp>
        <p:nvSpPr>
          <p:cNvPr id="102" name="PlaceHolder 5"/>
          <p:cNvSpPr>
            <a:spLocks noGrp="1"/>
          </p:cNvSpPr>
          <p:nvPr>
            <p:ph type="body"/>
          </p:nvPr>
        </p:nvSpPr>
        <p:spPr>
          <a:xfrm>
            <a:off x="504000" y="4058640"/>
            <a:ext cx="4426920" cy="2090880"/>
          </a:xfrm>
          <a:prstGeom prst="rect">
            <a:avLst/>
          </a:prstGeom>
        </p:spPr>
        <p:txBody>
          <a:bodyPr lIns="0" tIns="0" rIns="0" bIns="0"/>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504000" y="301320"/>
            <a:ext cx="9070560" cy="1262520"/>
          </a:xfrm>
          <a:prstGeom prst="rect">
            <a:avLst/>
          </a:prstGeom>
        </p:spPr>
        <p:txBody>
          <a:bodyPr lIns="0" tIns="0" rIns="0" bIns="0" anchor="ctr"/>
          <a:lstStyle/>
          <a:p>
            <a:pPr algn="ctr"/>
            <a:endParaRPr/>
          </a:p>
        </p:txBody>
      </p:sp>
      <p:sp>
        <p:nvSpPr>
          <p:cNvPr id="104" name="PlaceHolder 2"/>
          <p:cNvSpPr>
            <a:spLocks noGrp="1"/>
          </p:cNvSpPr>
          <p:nvPr>
            <p:ph type="body"/>
          </p:nvPr>
        </p:nvSpPr>
        <p:spPr>
          <a:xfrm>
            <a:off x="504000" y="1768680"/>
            <a:ext cx="9071640" cy="4383720"/>
          </a:xfrm>
          <a:prstGeom prst="rect">
            <a:avLst/>
          </a:prstGeom>
        </p:spPr>
        <p:txBody>
          <a:bodyPr lIns="0" tIns="0" rIns="0" bIns="0"/>
          <a:lstStyle/>
          <a:p>
            <a:endParaRPr/>
          </a:p>
        </p:txBody>
      </p:sp>
      <p:sp>
        <p:nvSpPr>
          <p:cNvPr id="105" name="PlaceHolder 3"/>
          <p:cNvSpPr>
            <a:spLocks noGrp="1"/>
          </p:cNvSpPr>
          <p:nvPr>
            <p:ph type="body"/>
          </p:nvPr>
        </p:nvSpPr>
        <p:spPr>
          <a:xfrm>
            <a:off x="504000" y="1768680"/>
            <a:ext cx="9071640" cy="4383720"/>
          </a:xfrm>
          <a:prstGeom prst="rect">
            <a:avLst/>
          </a:prstGeom>
        </p:spPr>
        <p:txBody>
          <a:bodyPr lIns="0" tIns="0" rIns="0" bIns="0"/>
          <a:lstStyle/>
          <a:p>
            <a:endParaRPr/>
          </a:p>
        </p:txBody>
      </p:sp>
      <p:pic>
        <p:nvPicPr>
          <p:cNvPr id="106" name="Picture 105"/>
          <p:cNvPicPr/>
          <p:nvPr/>
        </p:nvPicPr>
        <p:blipFill>
          <a:blip r:embed="rId2"/>
          <a:stretch>
            <a:fillRect/>
          </a:stretch>
        </p:blipFill>
        <p:spPr>
          <a:xfrm>
            <a:off x="2292480" y="1768320"/>
            <a:ext cx="5494320" cy="4383720"/>
          </a:xfrm>
          <a:prstGeom prst="rect">
            <a:avLst/>
          </a:prstGeom>
          <a:ln>
            <a:noFill/>
          </a:ln>
        </p:spPr>
      </p:pic>
      <p:pic>
        <p:nvPicPr>
          <p:cNvPr id="107" name="Picture 106"/>
          <p:cNvPicPr/>
          <p:nvPr/>
        </p:nvPicPr>
        <p:blipFill>
          <a:blip r:embed="rId2"/>
          <a:stretch>
            <a:fillRect/>
          </a:stretch>
        </p:blipFill>
        <p:spPr>
          <a:xfrm>
            <a:off x="2292480" y="1768320"/>
            <a:ext cx="5494320" cy="438372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301320"/>
            <a:ext cx="9072000" cy="1261800"/>
          </a:xfrm>
          <a:prstGeom prst="rect">
            <a:avLst/>
          </a:prstGeom>
        </p:spPr>
        <p:txBody>
          <a:bodyPr lIns="0" tIns="0" rIns="0" bIns="0" anchor="ctr"/>
          <a:lstStyle/>
          <a:p>
            <a:pPr algn="ctr"/>
            <a:r>
              <a:rPr lang="en-IN" sz="4400">
                <a:latin typeface="Arial"/>
              </a:rPr>
              <a:t>Click to edit the title text format</a:t>
            </a:r>
            <a:endParaRPr/>
          </a:p>
        </p:txBody>
      </p:sp>
      <p:sp>
        <p:nvSpPr>
          <p:cNvPr id="3" name="PlaceHolder 2"/>
          <p:cNvSpPr>
            <a:spLocks noGrp="1"/>
          </p:cNvSpPr>
          <p:nvPr>
            <p:ph type="body"/>
          </p:nvPr>
        </p:nvSpPr>
        <p:spPr>
          <a:xfrm>
            <a:off x="504000" y="1768680"/>
            <a:ext cx="9072000" cy="4384080"/>
          </a:xfrm>
          <a:prstGeom prst="rect">
            <a:avLst/>
          </a:prstGeom>
        </p:spPr>
        <p:txBody>
          <a:bodyPr lIns="0" tIns="0" rIns="0" bIns="0"/>
          <a:lstStyle/>
          <a:p>
            <a:pPr>
              <a:buSzPct val="45000"/>
              <a:buFont typeface="StarSymbol"/>
              <a:buChar char=""/>
            </a:pPr>
            <a:r>
              <a:rPr lang="en-IN" sz="3200">
                <a:latin typeface="Arial"/>
              </a:rPr>
              <a:t>Click to edit the outline text format</a:t>
            </a:r>
            <a:endParaRPr/>
          </a:p>
          <a:p>
            <a:pPr lvl="1">
              <a:buSzPct val="75000"/>
              <a:buFont typeface="StarSymbol"/>
              <a:buChar char=""/>
            </a:pPr>
            <a:r>
              <a:rPr lang="en-IN" sz="2800">
                <a:latin typeface="Arial"/>
              </a:rPr>
              <a:t>Second Outline Level</a:t>
            </a:r>
            <a:endParaRPr/>
          </a:p>
          <a:p>
            <a:pPr lvl="2">
              <a:buSzPct val="45000"/>
              <a:buFont typeface="StarSymbol"/>
              <a:buChar char=""/>
            </a:pPr>
            <a:r>
              <a:rPr lang="en-IN" sz="2400">
                <a:latin typeface="Arial"/>
              </a:rPr>
              <a:t>Third Outline Level</a:t>
            </a:r>
            <a:endParaRPr/>
          </a:p>
          <a:p>
            <a:pPr lvl="3">
              <a:buSzPct val="75000"/>
              <a:buFont typeface="StarSymbol"/>
              <a:buChar char=""/>
            </a:pPr>
            <a:r>
              <a:rPr lang="en-IN" sz="2000">
                <a:latin typeface="Arial"/>
              </a:rPr>
              <a:t>Fourth Outline Level</a:t>
            </a:r>
            <a:endParaRPr/>
          </a:p>
          <a:p>
            <a:pPr lvl="4">
              <a:buSzPct val="45000"/>
              <a:buFont typeface="StarSymbol"/>
              <a:buChar char=""/>
            </a:pPr>
            <a:r>
              <a:rPr lang="en-IN" sz="2000">
                <a:latin typeface="Arial"/>
              </a:rPr>
              <a:t>Fifth Outline Level</a:t>
            </a:r>
            <a:endParaRPr/>
          </a:p>
          <a:p>
            <a:pPr lvl="5">
              <a:buSzPct val="45000"/>
              <a:buFont typeface="StarSymbol"/>
              <a:buChar char=""/>
            </a:pPr>
            <a:r>
              <a:rPr lang="en-IN" sz="2000">
                <a:latin typeface="Arial"/>
              </a:rPr>
              <a:t>Sixth Outline Level</a:t>
            </a:r>
            <a:endParaRPr/>
          </a:p>
          <a:p>
            <a:pPr lvl="6">
              <a:buSzPct val="45000"/>
              <a:buFont typeface="StarSymbol"/>
              <a:buChar char=""/>
            </a:pPr>
            <a:r>
              <a:rPr lang="en-IN" sz="2000">
                <a:latin typeface="Arial"/>
              </a:rPr>
              <a:t>Seventh Outline Level</a:t>
            </a: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6" name="PlaceHolder 1"/>
          <p:cNvSpPr>
            <a:spLocks noGrp="1"/>
          </p:cNvSpPr>
          <p:nvPr>
            <p:ph type="title"/>
          </p:nvPr>
        </p:nvSpPr>
        <p:spPr>
          <a:xfrm>
            <a:off x="504000" y="301320"/>
            <a:ext cx="9072000" cy="1261800"/>
          </a:xfrm>
          <a:prstGeom prst="rect">
            <a:avLst/>
          </a:prstGeom>
        </p:spPr>
        <p:txBody>
          <a:bodyPr lIns="0" tIns="0" rIns="0" bIns="0" anchor="ctr"/>
          <a:lstStyle/>
          <a:p>
            <a:pPr algn="ctr"/>
            <a:r>
              <a:rPr lang="en-IN" sz="4400">
                <a:latin typeface="Arial"/>
              </a:rPr>
              <a:t>Click to edit the title text format</a:t>
            </a:r>
            <a:endParaRPr/>
          </a:p>
        </p:txBody>
      </p:sp>
      <p:sp>
        <p:nvSpPr>
          <p:cNvPr id="37" name="PlaceHolder 2"/>
          <p:cNvSpPr>
            <a:spLocks noGrp="1"/>
          </p:cNvSpPr>
          <p:nvPr>
            <p:ph type="body"/>
          </p:nvPr>
        </p:nvSpPr>
        <p:spPr>
          <a:xfrm>
            <a:off x="504000" y="1768680"/>
            <a:ext cx="9072000" cy="4384080"/>
          </a:xfrm>
          <a:prstGeom prst="rect">
            <a:avLst/>
          </a:prstGeom>
        </p:spPr>
        <p:txBody>
          <a:bodyPr lIns="0" tIns="0" rIns="0" bIns="0"/>
          <a:lstStyle/>
          <a:p>
            <a:pPr>
              <a:buSzPct val="45000"/>
              <a:buFont typeface="StarSymbol"/>
              <a:buChar char=""/>
            </a:pPr>
            <a:r>
              <a:rPr lang="en-IN" sz="3200">
                <a:latin typeface="Arial"/>
              </a:rPr>
              <a:t>Click to edit the outline text format</a:t>
            </a:r>
            <a:endParaRPr/>
          </a:p>
          <a:p>
            <a:pPr lvl="1">
              <a:buSzPct val="75000"/>
              <a:buFont typeface="StarSymbol"/>
              <a:buChar char=""/>
            </a:pPr>
            <a:r>
              <a:rPr lang="en-IN" sz="2800">
                <a:latin typeface="Arial"/>
              </a:rPr>
              <a:t>Second Outline Level</a:t>
            </a:r>
            <a:endParaRPr/>
          </a:p>
          <a:p>
            <a:pPr lvl="2">
              <a:buSzPct val="45000"/>
              <a:buFont typeface="StarSymbol"/>
              <a:buChar char=""/>
            </a:pPr>
            <a:r>
              <a:rPr lang="en-IN" sz="2400">
                <a:latin typeface="Arial"/>
              </a:rPr>
              <a:t>Third Outline Level</a:t>
            </a:r>
            <a:endParaRPr/>
          </a:p>
          <a:p>
            <a:pPr lvl="3">
              <a:buSzPct val="75000"/>
              <a:buFont typeface="StarSymbol"/>
              <a:buChar char=""/>
            </a:pPr>
            <a:r>
              <a:rPr lang="en-IN" sz="2000">
                <a:latin typeface="Arial"/>
              </a:rPr>
              <a:t>Fourth Outline Level</a:t>
            </a:r>
            <a:endParaRPr/>
          </a:p>
          <a:p>
            <a:pPr lvl="4">
              <a:buSzPct val="45000"/>
              <a:buFont typeface="StarSymbol"/>
              <a:buChar char=""/>
            </a:pPr>
            <a:r>
              <a:rPr lang="en-IN" sz="2000">
                <a:latin typeface="Arial"/>
              </a:rPr>
              <a:t>Fifth Outline Level</a:t>
            </a:r>
            <a:endParaRPr/>
          </a:p>
          <a:p>
            <a:pPr lvl="5">
              <a:buSzPct val="45000"/>
              <a:buFont typeface="StarSymbol"/>
              <a:buChar char=""/>
            </a:pPr>
            <a:r>
              <a:rPr lang="en-IN" sz="2000">
                <a:latin typeface="Arial"/>
              </a:rPr>
              <a:t>Sixth Outline Level</a:t>
            </a:r>
            <a:endParaRPr/>
          </a:p>
          <a:p>
            <a:pPr lvl="6">
              <a:buSzPct val="45000"/>
              <a:buFont typeface="StarSymbol"/>
              <a:buChar char=""/>
            </a:pPr>
            <a:r>
              <a:rPr lang="en-IN" sz="2000">
                <a:latin typeface="Arial"/>
              </a:rPr>
              <a:t>Seventh Outline Level</a:t>
            </a:r>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2" name="PlaceHolder 1"/>
          <p:cNvSpPr>
            <a:spLocks noGrp="1"/>
          </p:cNvSpPr>
          <p:nvPr>
            <p:ph type="title"/>
          </p:nvPr>
        </p:nvSpPr>
        <p:spPr>
          <a:xfrm>
            <a:off x="504000" y="301320"/>
            <a:ext cx="9070560" cy="1262160"/>
          </a:xfrm>
          <a:prstGeom prst="rect">
            <a:avLst/>
          </a:prstGeom>
        </p:spPr>
        <p:txBody>
          <a:bodyPr lIns="0" tIns="0" rIns="0" bIns="0" anchor="ctr"/>
          <a:lstStyle/>
          <a:p>
            <a:r>
              <a:rPr lang="en-IN">
                <a:latin typeface="Arial"/>
              </a:rPr>
              <a:t>Click to edit the title text format</a:t>
            </a:r>
            <a:endParaRPr/>
          </a:p>
        </p:txBody>
      </p:sp>
      <p:sp>
        <p:nvSpPr>
          <p:cNvPr id="73" name="PlaceHolder 2"/>
          <p:cNvSpPr>
            <a:spLocks noGrp="1"/>
          </p:cNvSpPr>
          <p:nvPr>
            <p:ph type="body"/>
          </p:nvPr>
        </p:nvSpPr>
        <p:spPr>
          <a:xfrm>
            <a:off x="504000" y="1768680"/>
            <a:ext cx="9071640" cy="4383720"/>
          </a:xfrm>
          <a:prstGeom prst="rect">
            <a:avLst/>
          </a:prstGeom>
        </p:spPr>
        <p:txBody>
          <a:bodyPr lIns="0" tIns="0" rIns="0" bIns="0"/>
          <a:lstStyle/>
          <a:p>
            <a:pPr>
              <a:buSzPct val="45000"/>
              <a:buFont typeface="StarSymbol"/>
              <a:buChar char=""/>
            </a:pPr>
            <a:r>
              <a:rPr lang="en-IN">
                <a:latin typeface="Arial"/>
              </a:rPr>
              <a:t>Click to edit the outline text format</a:t>
            </a:r>
            <a:endParaRPr/>
          </a:p>
          <a:p>
            <a:pPr lvl="1">
              <a:buSzPct val="75000"/>
              <a:buFont typeface="StarSymbol"/>
              <a:buChar char=""/>
            </a:pPr>
            <a:r>
              <a:rPr lang="en-IN">
                <a:latin typeface="Arial"/>
              </a:rPr>
              <a:t>Second Outline Level</a:t>
            </a:r>
            <a:endParaRPr/>
          </a:p>
          <a:p>
            <a:pPr lvl="2">
              <a:buSzPct val="45000"/>
              <a:buFont typeface="StarSymbol"/>
              <a:buChar char=""/>
            </a:pPr>
            <a:r>
              <a:rPr lang="en-IN">
                <a:latin typeface="Arial"/>
              </a:rPr>
              <a:t>Third Outline Level</a:t>
            </a:r>
            <a:endParaRPr/>
          </a:p>
          <a:p>
            <a:pPr lvl="3">
              <a:buSzPct val="75000"/>
              <a:buFont typeface="StarSymbol"/>
              <a:buChar char=""/>
            </a:pPr>
            <a:r>
              <a:rPr lang="en-IN">
                <a:latin typeface="Arial"/>
              </a:rPr>
              <a:t>Fourth Outline Level</a:t>
            </a:r>
            <a:endParaRPr/>
          </a:p>
          <a:p>
            <a:pPr lvl="4">
              <a:buSzPct val="45000"/>
              <a:buFont typeface="StarSymbol"/>
              <a:buChar char=""/>
            </a:pPr>
            <a:r>
              <a:rPr lang="en-IN">
                <a:latin typeface="Arial"/>
              </a:rPr>
              <a:t>Fifth Outline Level</a:t>
            </a:r>
            <a:endParaRPr/>
          </a:p>
          <a:p>
            <a:pPr lvl="5">
              <a:buSzPct val="45000"/>
              <a:buFont typeface="StarSymbol"/>
              <a:buChar char=""/>
            </a:pPr>
            <a:r>
              <a:rPr lang="en-IN">
                <a:latin typeface="Arial"/>
              </a:rPr>
              <a:t>Sixth Outline Level</a:t>
            </a:r>
            <a:endParaRPr/>
          </a:p>
          <a:p>
            <a:pPr lvl="6">
              <a:buSzPct val="45000"/>
              <a:buFont typeface="StarSymbol"/>
              <a:buChar char=""/>
            </a:pPr>
            <a:r>
              <a:rPr lang="en-IN">
                <a:latin typeface="Arial"/>
              </a:rPr>
              <a:t>Seventh Outline Level</a:t>
            </a:r>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a:latin typeface="Calibri" panose="020F0502020204030204" pitchFamily="34" charset="0"/>
                <a:cs typeface="Calibri" panose="020F0502020204030204" pitchFamily="34" charset="0"/>
              </a:rPr>
              <a:t>SQL</a:t>
            </a:r>
          </a:p>
        </p:txBody>
      </p:sp>
      <p:sp>
        <p:nvSpPr>
          <p:cNvPr id="3" name="Subtitle 2"/>
          <p:cNvSpPr>
            <a:spLocks noGrp="1"/>
          </p:cNvSpPr>
          <p:nvPr>
            <p:ph type="subTitle"/>
          </p:nvPr>
        </p:nvSpPr>
        <p:spPr/>
        <p:txBody>
          <a:bodyPr/>
          <a:lstStyle/>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endParaRPr lang="en-US" sz="2800" b="1" dirty="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dirty="0">
                <a:latin typeface="Calibri" panose="020F0502020204030204" pitchFamily="34" charset="0"/>
                <a:cs typeface="Calibri" panose="020F0502020204030204" pitchFamily="34" charset="0"/>
              </a:rPr>
              <a:t>SQL, </a:t>
            </a:r>
            <a:r>
              <a:rPr lang="en-US" sz="2800" b="1" i="1" dirty="0">
                <a:latin typeface="Calibri" panose="020F0502020204030204" pitchFamily="34" charset="0"/>
                <a:cs typeface="Calibri" panose="020F0502020204030204" pitchFamily="34" charset="0"/>
              </a:rPr>
              <a:t>Structure Query Language</a:t>
            </a:r>
            <a:r>
              <a:rPr lang="en-US" sz="2800" dirty="0">
                <a:latin typeface="Calibri" panose="020F0502020204030204" pitchFamily="34" charset="0"/>
                <a:cs typeface="Calibri" panose="020F0502020204030204" pitchFamily="34" charset="0"/>
              </a:rPr>
              <a:t>, is programming language designed to manage data stored in relational databases.</a:t>
            </a:r>
          </a:p>
          <a:p>
            <a:pPr marL="457200" indent="-457200">
              <a:buFont typeface="Wingdings" panose="05000000000000000000" pitchFamily="2" charset="2"/>
              <a:buChar char="§"/>
            </a:pPr>
            <a:endParaRPr lang="en-US" sz="2800" dirty="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b="1" i="1" dirty="0">
                <a:latin typeface="Calibri" panose="020F0502020204030204" pitchFamily="34" charset="0"/>
                <a:cs typeface="Calibri" panose="020F0502020204030204" pitchFamily="34" charset="0"/>
              </a:rPr>
              <a:t>SQL commands are the instructions</a:t>
            </a:r>
            <a:r>
              <a:rPr lang="en-US" sz="2800" dirty="0">
                <a:latin typeface="Calibri" panose="020F0502020204030204" pitchFamily="34" charset="0"/>
                <a:cs typeface="Calibri" panose="020F0502020204030204" pitchFamily="34" charset="0"/>
              </a:rPr>
              <a:t> used  to communicate with database to perform tasks , functions , and queries on  data.</a:t>
            </a:r>
          </a:p>
          <a:p>
            <a:pPr marL="457200" indent="-457200">
              <a:buFont typeface="Wingdings" panose="05000000000000000000" pitchFamily="2" charset="2"/>
              <a:buChar char="§"/>
            </a:pPr>
            <a:endParaRPr lang="en-US" sz="2800" dirty="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dirty="0">
                <a:latin typeface="Calibri" panose="020F0502020204030204" pitchFamily="34" charset="0"/>
                <a:cs typeface="Calibri" panose="020F0502020204030204" pitchFamily="34" charset="0"/>
              </a:rPr>
              <a:t>SQL commands can be used to do  functions such as create tables, add data to tables ,modify data , search </a:t>
            </a:r>
            <a:r>
              <a:rPr lang="en-US" sz="2800">
                <a:latin typeface="Calibri" panose="020F0502020204030204" pitchFamily="34" charset="0"/>
                <a:cs typeface="Calibri" panose="020F0502020204030204" pitchFamily="34" charset="0"/>
              </a:rPr>
              <a:t>the database as w</a:t>
            </a:r>
            <a:endParaRPr lang="en-US" sz="2800" dirty="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endParaRPr lang="en-US" sz="2800" dirty="0">
              <a:latin typeface="Calibri" panose="020F0502020204030204" pitchFamily="34" charset="0"/>
              <a:cs typeface="Calibri" panose="020F0502020204030204" pitchFamily="34" charset="0"/>
            </a:endParaRPr>
          </a:p>
          <a:p>
            <a:endParaRPr lang="en-US" sz="2800" dirty="0">
              <a:latin typeface="Calibri" panose="020F0502020204030204" pitchFamily="34" charset="0"/>
              <a:cs typeface="Calibri" panose="020F0502020204030204" pitchFamily="34" charset="0"/>
            </a:endParaRPr>
          </a:p>
          <a:p>
            <a:endParaRPr lang="en-US" sz="2800" dirty="0"/>
          </a:p>
        </p:txBody>
      </p:sp>
    </p:spTree>
    <p:extLst>
      <p:ext uri="{BB962C8B-B14F-4D97-AF65-F5344CB8AC3E}">
        <p14:creationId xmlns:p14="http://schemas.microsoft.com/office/powerpoint/2010/main" val="3491560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a:latin typeface="Calibri" panose="020F0502020204030204" pitchFamily="34" charset="0"/>
                <a:cs typeface="Calibri" panose="020F0502020204030204" pitchFamily="34" charset="0"/>
              </a:rPr>
              <a:t>SQL</a:t>
            </a:r>
          </a:p>
        </p:txBody>
      </p:sp>
      <p:sp>
        <p:nvSpPr>
          <p:cNvPr id="3" name="Subtitle 2"/>
          <p:cNvSpPr>
            <a:spLocks noGrp="1"/>
          </p:cNvSpPr>
          <p:nvPr>
            <p:ph type="subTitle"/>
          </p:nvPr>
        </p:nvSpPr>
        <p:spPr/>
        <p:txBody>
          <a:bodyPr/>
          <a:lstStyle/>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a:latin typeface="Calibri" panose="020F0502020204030204" pitchFamily="34" charset="0"/>
                <a:cs typeface="Calibri" panose="020F0502020204030204" pitchFamily="34" charset="0"/>
              </a:rPr>
              <a:t>SQL operates through </a:t>
            </a:r>
            <a:r>
              <a:rPr lang="en-US" sz="2800" b="1" i="1">
                <a:latin typeface="Calibri" panose="020F0502020204030204" pitchFamily="34" charset="0"/>
                <a:cs typeface="Calibri" panose="020F0502020204030204" pitchFamily="34" charset="0"/>
              </a:rPr>
              <a:t>simple ,declarative statements </a:t>
            </a:r>
            <a:r>
              <a:rPr lang="en-US" sz="2800">
                <a:latin typeface="Calibri" panose="020F0502020204030204" pitchFamily="34" charset="0"/>
                <a:cs typeface="Calibri" panose="020F0502020204030204" pitchFamily="34" charset="0"/>
              </a:rPr>
              <a:t>.It maintains  consistency, accuracy ,integrity  of databases irrespective size.</a:t>
            </a:r>
          </a:p>
          <a:p>
            <a:pPr marL="457200" indent="-457200">
              <a:buFont typeface="Wingdings" panose="05000000000000000000" pitchFamily="2" charset="2"/>
              <a:buChar char="§"/>
            </a:pPr>
            <a:endParaRPr lang="en-US" sz="280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a:latin typeface="Calibri" panose="020F0502020204030204" pitchFamily="34" charset="0"/>
                <a:cs typeface="Calibri" panose="020F0502020204030204" pitchFamily="34" charset="0"/>
              </a:rPr>
              <a:t>SQL,  was developed at IBM by </a:t>
            </a:r>
            <a:r>
              <a:rPr lang="en-US" sz="2800" b="1" i="1">
                <a:solidFill>
                  <a:schemeClr val="tx1"/>
                </a:solidFill>
                <a:latin typeface="Calibri" panose="020F0502020204030204" pitchFamily="34" charset="0"/>
                <a:cs typeface="Calibri" panose="020F0502020204030204" pitchFamily="34" charset="0"/>
              </a:rPr>
              <a:t>Donald D. Chamberlin</a:t>
            </a:r>
            <a:r>
              <a:rPr lang="en-US" sz="2800">
                <a:latin typeface="Calibri" panose="020F0502020204030204" pitchFamily="34" charset="0"/>
                <a:cs typeface="Calibri" panose="020F0502020204030204" pitchFamily="34" charset="0"/>
              </a:rPr>
              <a:t>  and </a:t>
            </a:r>
            <a:r>
              <a:rPr lang="en-US" sz="2800" b="1" i="1">
                <a:latin typeface="Calibri" panose="020F0502020204030204" pitchFamily="34" charset="0"/>
                <a:cs typeface="Calibri" panose="020F0502020204030204" pitchFamily="34" charset="0"/>
              </a:rPr>
              <a:t>Raymond </a:t>
            </a:r>
            <a:r>
              <a:rPr lang="en-US" sz="2800" b="1" i="1" err="1">
                <a:latin typeface="Calibri" panose="020F0502020204030204" pitchFamily="34" charset="0"/>
                <a:cs typeface="Calibri" panose="020F0502020204030204" pitchFamily="34" charset="0"/>
              </a:rPr>
              <a:t>F.Boyce</a:t>
            </a:r>
            <a:r>
              <a:rPr lang="en-US" sz="2800" b="1" i="1">
                <a:latin typeface="Calibri" panose="020F0502020204030204" pitchFamily="34" charset="0"/>
                <a:cs typeface="Calibri" panose="020F0502020204030204" pitchFamily="34" charset="0"/>
              </a:rPr>
              <a:t> </a:t>
            </a:r>
            <a:r>
              <a:rPr lang="en-US" sz="2800">
                <a:latin typeface="Calibri" panose="020F0502020204030204" pitchFamily="34" charset="0"/>
                <a:cs typeface="Calibri" panose="020F0502020204030204" pitchFamily="34" charset="0"/>
              </a:rPr>
              <a:t>in the early 1970s.</a:t>
            </a:r>
          </a:p>
          <a:p>
            <a:endParaRPr lang="en-US" sz="280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a:latin typeface="Calibri" panose="020F0502020204030204" pitchFamily="34" charset="0"/>
                <a:cs typeface="Calibri" panose="020F0502020204030204" pitchFamily="34" charset="0"/>
              </a:rPr>
              <a:t>This was initially called </a:t>
            </a:r>
            <a:r>
              <a:rPr lang="en-US" sz="2800" b="1">
                <a:latin typeface="Calibri" panose="020F0502020204030204" pitchFamily="34" charset="0"/>
                <a:cs typeface="Calibri" panose="020F0502020204030204" pitchFamily="34" charset="0"/>
              </a:rPr>
              <a:t>SEQUEL</a:t>
            </a:r>
            <a:r>
              <a:rPr lang="en-US" sz="2800">
                <a:latin typeface="Calibri" panose="020F0502020204030204" pitchFamily="34" charset="0"/>
                <a:cs typeface="Calibri" panose="020F0502020204030204" pitchFamily="34" charset="0"/>
              </a:rPr>
              <a:t>(Structured English </a:t>
            </a:r>
            <a:r>
              <a:rPr lang="en-US" sz="2800" err="1">
                <a:latin typeface="Calibri" panose="020F0502020204030204" pitchFamily="34" charset="0"/>
                <a:cs typeface="Calibri" panose="020F0502020204030204" pitchFamily="34" charset="0"/>
              </a:rPr>
              <a:t>QUEry</a:t>
            </a:r>
            <a:r>
              <a:rPr lang="en-US" sz="2800">
                <a:latin typeface="Calibri" panose="020F0502020204030204" pitchFamily="34" charset="0"/>
                <a:cs typeface="Calibri" panose="020F0502020204030204" pitchFamily="34" charset="0"/>
              </a:rPr>
              <a:t> Language)</a:t>
            </a:r>
          </a:p>
          <a:p>
            <a:endParaRPr lang="en-US" sz="280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endParaRPr lang="en-US" sz="28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9275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a:latin typeface="Calibri" panose="020F0502020204030204" pitchFamily="34" charset="0"/>
                <a:cs typeface="Calibri" panose="020F0502020204030204" pitchFamily="34" charset="0"/>
              </a:rPr>
              <a:t>SQL</a:t>
            </a:r>
          </a:p>
        </p:txBody>
      </p:sp>
      <p:sp>
        <p:nvSpPr>
          <p:cNvPr id="3" name="Subtitle 2"/>
          <p:cNvSpPr>
            <a:spLocks noGrp="1"/>
          </p:cNvSpPr>
          <p:nvPr>
            <p:ph type="subTitle"/>
          </p:nvPr>
        </p:nvSpPr>
        <p:spPr/>
        <p:txBody>
          <a:bodyPr/>
          <a:lstStyle/>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endParaRPr lang="en-US" sz="2800" b="1">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a:latin typeface="Calibri" panose="020F0502020204030204" pitchFamily="34" charset="0"/>
                <a:cs typeface="Calibri" panose="020F0502020204030204" pitchFamily="34" charset="0"/>
              </a:rPr>
              <a:t> The main objective of SQL is to update ,store ,manipulate and retrieve data stored in relational database.</a:t>
            </a:r>
          </a:p>
          <a:p>
            <a:pPr marL="457200" indent="-457200">
              <a:buFont typeface="Wingdings" panose="05000000000000000000" pitchFamily="2" charset="2"/>
              <a:buChar char="§"/>
            </a:pPr>
            <a:endParaRPr lang="en-US" sz="280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endParaRPr lang="en-US" sz="2800">
              <a:latin typeface="Calibri" panose="020F0502020204030204" pitchFamily="34" charset="0"/>
              <a:cs typeface="Calibri" panose="020F0502020204030204" pitchFamily="34" charset="0"/>
            </a:endParaRPr>
          </a:p>
          <a:p>
            <a:endParaRPr lang="en-US" sz="28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37341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1"/>
          <p:cNvSpPr/>
          <p:nvPr/>
        </p:nvSpPr>
        <p:spPr>
          <a:xfrm>
            <a:off x="504000" y="301320"/>
            <a:ext cx="9070560" cy="1261080"/>
          </a:xfrm>
          <a:prstGeom prst="rect">
            <a:avLst/>
          </a:prstGeom>
          <a:noFill/>
          <a:ln>
            <a:noFill/>
          </a:ln>
        </p:spPr>
        <p:txBody>
          <a:bodyPr lIns="0" tIns="0" rIns="0" bIns="0" anchor="ctr"/>
          <a:lstStyle/>
          <a:p>
            <a:pPr>
              <a:lnSpc>
                <a:spcPct val="100000"/>
              </a:lnSpc>
            </a:pPr>
            <a:r>
              <a:rPr lang="en-IN" sz="3600" b="1">
                <a:latin typeface="Calibri" panose="020F0502020204030204" pitchFamily="34" charset="0"/>
                <a:cs typeface="Calibri" panose="020F0502020204030204" pitchFamily="34" charset="0"/>
              </a:rPr>
              <a:t>Structured Query Language</a:t>
            </a:r>
            <a:endParaRPr>
              <a:latin typeface="Calibri" panose="020F0502020204030204" pitchFamily="34" charset="0"/>
              <a:cs typeface="Calibri" panose="020F0502020204030204" pitchFamily="34" charset="0"/>
            </a:endParaRPr>
          </a:p>
        </p:txBody>
      </p:sp>
      <p:sp>
        <p:nvSpPr>
          <p:cNvPr id="109" name="CustomShape 2"/>
          <p:cNvSpPr/>
          <p:nvPr/>
        </p:nvSpPr>
        <p:spPr>
          <a:xfrm>
            <a:off x="504000" y="1487160"/>
            <a:ext cx="9070560" cy="4946760"/>
          </a:xfrm>
          <a:prstGeom prst="rect">
            <a:avLst/>
          </a:prstGeom>
          <a:noFill/>
          <a:ln>
            <a:noFill/>
          </a:ln>
        </p:spPr>
        <p:txBody>
          <a:bodyPr lIns="0" tIns="0" rIns="0" bIns="0" anchor="ctr"/>
          <a:lstStyle/>
          <a:p>
            <a:pPr algn="ctr">
              <a:lnSpc>
                <a:spcPct val="100000"/>
              </a:lnSpc>
            </a:pPr>
            <a:endParaRPr/>
          </a:p>
          <a:p>
            <a:pPr algn="ctr">
              <a:lnSpc>
                <a:spcPct val="100000"/>
              </a:lnSpc>
            </a:pPr>
            <a:endParaRPr/>
          </a:p>
          <a:p>
            <a:pPr>
              <a:lnSpc>
                <a:spcPct val="100000"/>
              </a:lnSpc>
            </a:pPr>
            <a:r>
              <a:rPr lang="en-US" sz="3200" b="1">
                <a:latin typeface="Calibri" panose="020F0502020204030204" pitchFamily="34" charset="0"/>
                <a:cs typeface="Calibri" panose="020F0502020204030204" pitchFamily="34" charset="0"/>
              </a:rPr>
              <a:t>SQL is designed to support </a:t>
            </a:r>
          </a:p>
          <a:p>
            <a:pPr>
              <a:lnSpc>
                <a:spcPct val="100000"/>
              </a:lnSpc>
            </a:pPr>
            <a:endParaRPr lang="en-US" sz="3200" b="1">
              <a:latin typeface="Calibri" panose="020F0502020204030204" pitchFamily="34" charset="0"/>
              <a:cs typeface="Calibri" panose="020F0502020204030204" pitchFamily="34" charset="0"/>
            </a:endParaRPr>
          </a:p>
          <a:p>
            <a:pPr>
              <a:lnSpc>
                <a:spcPct val="100000"/>
              </a:lnSpc>
            </a:pPr>
            <a:r>
              <a:rPr lang="en-US" sz="3200">
                <a:latin typeface="Calibri" panose="020F0502020204030204" pitchFamily="34" charset="0"/>
                <a:cs typeface="Calibri" panose="020F0502020204030204" pitchFamily="34" charset="0"/>
              </a:rPr>
              <a:t>1.Data Definition</a:t>
            </a:r>
          </a:p>
          <a:p>
            <a:pPr>
              <a:lnSpc>
                <a:spcPct val="100000"/>
              </a:lnSpc>
            </a:pPr>
            <a:endParaRPr lang="en-US" sz="3200">
              <a:latin typeface="Calibri" panose="020F0502020204030204" pitchFamily="34" charset="0"/>
              <a:cs typeface="Calibri" panose="020F0502020204030204" pitchFamily="34" charset="0"/>
            </a:endParaRPr>
          </a:p>
          <a:p>
            <a:pPr>
              <a:lnSpc>
                <a:spcPct val="100000"/>
              </a:lnSpc>
            </a:pPr>
            <a:r>
              <a:rPr lang="en-US" sz="3200">
                <a:latin typeface="Calibri" panose="020F0502020204030204" pitchFamily="34" charset="0"/>
                <a:cs typeface="Calibri" panose="020F0502020204030204" pitchFamily="34" charset="0"/>
              </a:rPr>
              <a:t>2.Data Manipulation</a:t>
            </a:r>
          </a:p>
          <a:p>
            <a:pPr>
              <a:lnSpc>
                <a:spcPct val="100000"/>
              </a:lnSpc>
            </a:pPr>
            <a:endParaRPr lang="en-US" sz="3200">
              <a:latin typeface="Calibri" panose="020F0502020204030204" pitchFamily="34" charset="0"/>
              <a:cs typeface="Calibri" panose="020F0502020204030204" pitchFamily="34" charset="0"/>
            </a:endParaRPr>
          </a:p>
          <a:p>
            <a:pPr>
              <a:lnSpc>
                <a:spcPct val="100000"/>
              </a:lnSpc>
            </a:pPr>
            <a:r>
              <a:rPr lang="en-US" sz="3200">
                <a:latin typeface="Calibri" panose="020F0502020204030204" pitchFamily="34" charset="0"/>
                <a:cs typeface="Calibri" panose="020F0502020204030204" pitchFamily="34" charset="0"/>
              </a:rPr>
              <a:t>3.Data Control</a:t>
            </a:r>
          </a:p>
          <a:p>
            <a:pPr>
              <a:lnSpc>
                <a:spcPct val="100000"/>
              </a:lnSpc>
            </a:pPr>
            <a:endParaRPr lang="en-US" sz="3200">
              <a:latin typeface="Calibri" panose="020F0502020204030204" pitchFamily="34" charset="0"/>
              <a:cs typeface="Calibri" panose="020F0502020204030204" pitchFamily="34" charset="0"/>
            </a:endParaRPr>
          </a:p>
          <a:p>
            <a:pPr>
              <a:lnSpc>
                <a:spcPct val="100000"/>
              </a:lnSpc>
            </a:pPr>
            <a:r>
              <a:rPr lang="en-US" sz="3200">
                <a:latin typeface="Calibri" panose="020F0502020204030204" pitchFamily="34" charset="0"/>
                <a:cs typeface="Calibri" panose="020F0502020204030204" pitchFamily="34" charset="0"/>
              </a:rPr>
              <a:t> in relational database management system. </a:t>
            </a:r>
          </a:p>
          <a:p>
            <a:pPr>
              <a:lnSpc>
                <a:spcPct val="100000"/>
              </a:lnSpc>
            </a:pPr>
            <a:endParaRPr sz="320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1"/>
          <p:cNvSpPr/>
          <p:nvPr/>
        </p:nvSpPr>
        <p:spPr>
          <a:xfrm>
            <a:off x="504000" y="301320"/>
            <a:ext cx="9070560" cy="1261080"/>
          </a:xfrm>
          <a:prstGeom prst="rect">
            <a:avLst/>
          </a:prstGeom>
          <a:noFill/>
          <a:ln>
            <a:noFill/>
          </a:ln>
        </p:spPr>
        <p:txBody>
          <a:bodyPr lIns="0" tIns="0" rIns="0" bIns="0" anchor="ctr"/>
          <a:lstStyle/>
          <a:p>
            <a:pPr>
              <a:lnSpc>
                <a:spcPct val="100000"/>
              </a:lnSpc>
            </a:pPr>
            <a:r>
              <a:rPr lang="en-IN" sz="3600" b="1">
                <a:latin typeface="Calibri" panose="020F0502020204030204" pitchFamily="34" charset="0"/>
                <a:cs typeface="Calibri" panose="020F0502020204030204" pitchFamily="34" charset="0"/>
              </a:rPr>
              <a:t>Structured Query Language</a:t>
            </a:r>
            <a:endParaRPr>
              <a:latin typeface="Calibri" panose="020F0502020204030204" pitchFamily="34" charset="0"/>
              <a:cs typeface="Calibri" panose="020F0502020204030204" pitchFamily="34" charset="0"/>
            </a:endParaRPr>
          </a:p>
        </p:txBody>
      </p:sp>
      <p:sp>
        <p:nvSpPr>
          <p:cNvPr id="109" name="CustomShape 2"/>
          <p:cNvSpPr/>
          <p:nvPr/>
        </p:nvSpPr>
        <p:spPr>
          <a:xfrm>
            <a:off x="504000" y="1487160"/>
            <a:ext cx="9070560" cy="4946760"/>
          </a:xfrm>
          <a:prstGeom prst="rect">
            <a:avLst/>
          </a:prstGeom>
          <a:noFill/>
          <a:ln>
            <a:noFill/>
          </a:ln>
        </p:spPr>
        <p:txBody>
          <a:bodyPr lIns="0" tIns="0" rIns="0" bIns="0" anchor="ctr"/>
          <a:lstStyle/>
          <a:p>
            <a:pPr algn="ctr">
              <a:lnSpc>
                <a:spcPct val="100000"/>
              </a:lnSpc>
            </a:pPr>
            <a:endParaRPr/>
          </a:p>
          <a:p>
            <a:pPr algn="ctr">
              <a:lnSpc>
                <a:spcPct val="100000"/>
              </a:lnSpc>
            </a:pPr>
            <a:endParaRPr/>
          </a:p>
          <a:p>
            <a:pPr>
              <a:lnSpc>
                <a:spcPct val="100000"/>
              </a:lnSpc>
            </a:pPr>
            <a:r>
              <a:rPr lang="en-US" sz="3200" b="1">
                <a:latin typeface="Calibri" panose="020F0502020204030204" pitchFamily="34" charset="0"/>
                <a:cs typeface="Calibri" panose="020F0502020204030204" pitchFamily="34" charset="0"/>
              </a:rPr>
              <a:t>SQL consist of 3 facilities:</a:t>
            </a:r>
          </a:p>
          <a:p>
            <a:pPr>
              <a:lnSpc>
                <a:spcPct val="100000"/>
              </a:lnSpc>
            </a:pPr>
            <a:endParaRPr lang="en-US" sz="3200" b="1">
              <a:latin typeface="Calibri" panose="020F0502020204030204" pitchFamily="34" charset="0"/>
              <a:cs typeface="Calibri" panose="020F0502020204030204" pitchFamily="34" charset="0"/>
            </a:endParaRPr>
          </a:p>
          <a:p>
            <a:pPr>
              <a:lnSpc>
                <a:spcPct val="100000"/>
              </a:lnSpc>
            </a:pPr>
            <a:r>
              <a:rPr lang="en-US" sz="3200">
                <a:latin typeface="Calibri" panose="020F0502020204030204" pitchFamily="34" charset="0"/>
                <a:cs typeface="Calibri" panose="020F0502020204030204" pitchFamily="34" charset="0"/>
              </a:rPr>
              <a:t>1.Data Definition Language (DDL)</a:t>
            </a:r>
          </a:p>
          <a:p>
            <a:pPr>
              <a:lnSpc>
                <a:spcPct val="100000"/>
              </a:lnSpc>
            </a:pPr>
            <a:endParaRPr lang="en-US" sz="3200">
              <a:latin typeface="Calibri" panose="020F0502020204030204" pitchFamily="34" charset="0"/>
              <a:cs typeface="Calibri" panose="020F0502020204030204" pitchFamily="34" charset="0"/>
            </a:endParaRPr>
          </a:p>
          <a:p>
            <a:pPr>
              <a:lnSpc>
                <a:spcPct val="100000"/>
              </a:lnSpc>
            </a:pPr>
            <a:r>
              <a:rPr lang="en-US" sz="3200">
                <a:latin typeface="Calibri" panose="020F0502020204030204" pitchFamily="34" charset="0"/>
                <a:cs typeface="Calibri" panose="020F0502020204030204" pitchFamily="34" charset="0"/>
              </a:rPr>
              <a:t>2.Data Manipulation Language (DML)</a:t>
            </a:r>
          </a:p>
          <a:p>
            <a:pPr>
              <a:lnSpc>
                <a:spcPct val="100000"/>
              </a:lnSpc>
            </a:pPr>
            <a:endParaRPr lang="en-US" sz="3200">
              <a:latin typeface="Calibri" panose="020F0502020204030204" pitchFamily="34" charset="0"/>
              <a:cs typeface="Calibri" panose="020F0502020204030204" pitchFamily="34" charset="0"/>
            </a:endParaRPr>
          </a:p>
          <a:p>
            <a:pPr>
              <a:lnSpc>
                <a:spcPct val="100000"/>
              </a:lnSpc>
            </a:pPr>
            <a:r>
              <a:rPr lang="en-US" sz="3200">
                <a:latin typeface="Calibri" panose="020F0502020204030204" pitchFamily="34" charset="0"/>
                <a:cs typeface="Calibri" panose="020F0502020204030204" pitchFamily="34" charset="0"/>
              </a:rPr>
              <a:t>3.Data Control Language (DCL)</a:t>
            </a:r>
          </a:p>
          <a:p>
            <a:pPr>
              <a:lnSpc>
                <a:spcPct val="100000"/>
              </a:lnSpc>
            </a:pPr>
            <a:endParaRPr lang="en-US" sz="3200">
              <a:latin typeface="Calibri" panose="020F0502020204030204" pitchFamily="34" charset="0"/>
              <a:cs typeface="Calibri" panose="020F0502020204030204" pitchFamily="34" charset="0"/>
            </a:endParaRPr>
          </a:p>
          <a:p>
            <a:pPr>
              <a:lnSpc>
                <a:spcPct val="100000"/>
              </a:lnSpc>
            </a:pPr>
            <a:r>
              <a:rPr lang="en-US" sz="3200">
                <a:latin typeface="Calibri" panose="020F0502020204030204" pitchFamily="34" charset="0"/>
                <a:cs typeface="Calibri" panose="020F0502020204030204" pitchFamily="34" charset="0"/>
              </a:rPr>
              <a:t> </a:t>
            </a:r>
            <a:endParaRPr sz="32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3406021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1"/>
          <p:cNvSpPr/>
          <p:nvPr/>
        </p:nvSpPr>
        <p:spPr>
          <a:xfrm>
            <a:off x="504000" y="301320"/>
            <a:ext cx="9070560" cy="963917"/>
          </a:xfrm>
          <a:prstGeom prst="rect">
            <a:avLst/>
          </a:prstGeom>
          <a:noFill/>
          <a:ln>
            <a:noFill/>
          </a:ln>
        </p:spPr>
        <p:txBody>
          <a:bodyPr lIns="0" tIns="0" rIns="0" bIns="0" anchor="ctr"/>
          <a:lstStyle/>
          <a:p>
            <a:pPr>
              <a:lnSpc>
                <a:spcPct val="100000"/>
              </a:lnSpc>
            </a:pPr>
            <a:r>
              <a:rPr lang="en-US" sz="3600" b="1">
                <a:latin typeface="Calibri" panose="020F0502020204030204" pitchFamily="34" charset="0"/>
                <a:cs typeface="Calibri" panose="020F0502020204030204" pitchFamily="34" charset="0"/>
              </a:rPr>
              <a:t>Data Definition Language (DDL)</a:t>
            </a:r>
          </a:p>
        </p:txBody>
      </p:sp>
      <p:sp>
        <p:nvSpPr>
          <p:cNvPr id="109" name="CustomShape 2"/>
          <p:cNvSpPr/>
          <p:nvPr/>
        </p:nvSpPr>
        <p:spPr>
          <a:xfrm>
            <a:off x="504000" y="1487160"/>
            <a:ext cx="9070560" cy="4946760"/>
          </a:xfrm>
          <a:prstGeom prst="rect">
            <a:avLst/>
          </a:prstGeom>
          <a:noFill/>
          <a:ln>
            <a:noFill/>
          </a:ln>
        </p:spPr>
        <p:txBody>
          <a:bodyPr lIns="0" tIns="0" rIns="0" bIns="0" anchor="ctr"/>
          <a:lstStyle/>
          <a:p>
            <a:pPr>
              <a:lnSpc>
                <a:spcPct val="100000"/>
              </a:lnSpc>
            </a:pPr>
            <a:endParaRPr lang="en-US" sz="3200" b="1">
              <a:latin typeface="Arial"/>
            </a:endParaRPr>
          </a:p>
        </p:txBody>
      </p:sp>
      <p:graphicFrame>
        <p:nvGraphicFramePr>
          <p:cNvPr id="2" name="Table 1"/>
          <p:cNvGraphicFramePr>
            <a:graphicFrameLocks noGrp="1"/>
          </p:cNvGraphicFramePr>
          <p:nvPr>
            <p:extLst>
              <p:ext uri="{D42A27DB-BD31-4B8C-83A1-F6EECF244321}">
                <p14:modId xmlns:p14="http://schemas.microsoft.com/office/powerpoint/2010/main" val="180412603"/>
              </p:ext>
            </p:extLst>
          </p:nvPr>
        </p:nvGraphicFramePr>
        <p:xfrm>
          <a:off x="392112" y="1310957"/>
          <a:ext cx="9372600" cy="5547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848600">
                  <a:extLst>
                    <a:ext uri="{9D8B030D-6E8A-4147-A177-3AD203B41FA5}">
                      <a16:colId xmlns:a16="http://schemas.microsoft.com/office/drawing/2014/main" val="20001"/>
                    </a:ext>
                  </a:extLst>
                </a:gridCol>
              </a:tblGrid>
              <a:tr h="0">
                <a:tc>
                  <a:txBody>
                    <a:bodyPr/>
                    <a:lstStyle/>
                    <a:p>
                      <a:pPr algn="l" fontAlgn="t"/>
                      <a:r>
                        <a:rPr lang="en-US" sz="2800">
                          <a:effectLst/>
                          <a:latin typeface="Calibri" panose="020F0502020204030204" pitchFamily="34" charset="0"/>
                          <a:cs typeface="Calibri" panose="020F0502020204030204" pitchFamily="34" charset="0"/>
                        </a:rPr>
                        <a:t>Sr.No.</a:t>
                      </a:r>
                    </a:p>
                  </a:txBody>
                  <a:tcPr marL="76200" marR="76200" marT="76200" marB="76200"/>
                </a:tc>
                <a:tc>
                  <a:txBody>
                    <a:bodyPr/>
                    <a:lstStyle/>
                    <a:p>
                      <a:pPr algn="ctr" fontAlgn="t"/>
                      <a:r>
                        <a:rPr lang="en-US" sz="2800">
                          <a:effectLst/>
                          <a:latin typeface="Calibri" panose="020F0502020204030204" pitchFamily="34" charset="0"/>
                          <a:cs typeface="Calibri" panose="020F0502020204030204" pitchFamily="34" charset="0"/>
                        </a:rPr>
                        <a:t>Command &amp; Description</a:t>
                      </a:r>
                    </a:p>
                  </a:txBody>
                  <a:tcPr marL="76200" marR="76200" marT="76200" marB="76200"/>
                </a:tc>
                <a:extLst>
                  <a:ext uri="{0D108BD9-81ED-4DB2-BD59-A6C34878D82A}">
                    <a16:rowId xmlns:a16="http://schemas.microsoft.com/office/drawing/2014/main" val="10000"/>
                  </a:ext>
                </a:extLst>
              </a:tr>
              <a:tr h="370840">
                <a:tc>
                  <a:txBody>
                    <a:bodyPr/>
                    <a:lstStyle/>
                    <a:p>
                      <a:pPr algn="ctr" fontAlgn="ctr"/>
                      <a:r>
                        <a:rPr lang="en-US" sz="2800">
                          <a:effectLst/>
                          <a:latin typeface="Calibri" panose="020F0502020204030204" pitchFamily="34" charset="0"/>
                          <a:cs typeface="Calibri" panose="020F0502020204030204" pitchFamily="34" charset="0"/>
                        </a:rPr>
                        <a:t>1</a:t>
                      </a:r>
                    </a:p>
                  </a:txBody>
                  <a:tcPr marL="76200" marR="76200" marT="76200" marB="76200" anchor="ctr"/>
                </a:tc>
                <a:tc>
                  <a:txBody>
                    <a:bodyPr/>
                    <a:lstStyle/>
                    <a:p>
                      <a:pPr algn="l"/>
                      <a:r>
                        <a:rPr lang="en-US" sz="2800" b="1" i="0">
                          <a:solidFill>
                            <a:schemeClr val="dk1"/>
                          </a:solidFill>
                          <a:effectLst/>
                          <a:latin typeface="Calibri" panose="020F0502020204030204" pitchFamily="34" charset="0"/>
                          <a:ea typeface="+mn-ea"/>
                          <a:cs typeface="Calibri" panose="020F0502020204030204" pitchFamily="34" charset="0"/>
                        </a:rPr>
                        <a:t>CREATE</a:t>
                      </a:r>
                      <a:endParaRPr lang="en-US" sz="2800" b="0" i="0">
                        <a:solidFill>
                          <a:schemeClr val="dk1"/>
                        </a:solidFill>
                        <a:effectLst/>
                        <a:latin typeface="Calibri" panose="020F0502020204030204" pitchFamily="34" charset="0"/>
                        <a:ea typeface="+mn-ea"/>
                        <a:cs typeface="Calibri" panose="020F0502020204030204" pitchFamily="34" charset="0"/>
                      </a:endParaRPr>
                    </a:p>
                    <a:p>
                      <a:pPr algn="l"/>
                      <a:r>
                        <a:rPr lang="en-US" sz="2800" b="0" i="0">
                          <a:solidFill>
                            <a:schemeClr val="dk1"/>
                          </a:solidFill>
                          <a:effectLst/>
                          <a:latin typeface="Calibri" panose="020F0502020204030204" pitchFamily="34" charset="0"/>
                          <a:ea typeface="+mn-ea"/>
                          <a:cs typeface="Calibri" panose="020F0502020204030204" pitchFamily="34" charset="0"/>
                        </a:rPr>
                        <a:t>Creates a new table, a view of a table, or other object in the database.</a:t>
                      </a:r>
                    </a:p>
                    <a:p>
                      <a:pPr algn="l"/>
                      <a:endParaRPr lang="en-US" sz="280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1"/>
                  </a:ext>
                </a:extLst>
              </a:tr>
              <a:tr h="370840">
                <a:tc>
                  <a:txBody>
                    <a:bodyPr/>
                    <a:lstStyle/>
                    <a:p>
                      <a:pPr algn="ctr" fontAlgn="ctr"/>
                      <a:r>
                        <a:rPr lang="en-US" sz="2800">
                          <a:effectLst/>
                          <a:latin typeface="Calibri" panose="020F0502020204030204" pitchFamily="34" charset="0"/>
                          <a:cs typeface="Calibri" panose="020F0502020204030204" pitchFamily="34" charset="0"/>
                        </a:rPr>
                        <a:t>2</a:t>
                      </a:r>
                    </a:p>
                  </a:txBody>
                  <a:tcPr marL="76200" marR="76200" marT="76200" marB="76200" anchor="ctr"/>
                </a:tc>
                <a:tc>
                  <a:txBody>
                    <a:bodyPr/>
                    <a:lstStyle/>
                    <a:p>
                      <a:pPr algn="l"/>
                      <a:r>
                        <a:rPr lang="en-US" sz="2800" b="1" i="0">
                          <a:solidFill>
                            <a:schemeClr val="dk1"/>
                          </a:solidFill>
                          <a:effectLst/>
                          <a:latin typeface="Calibri" panose="020F0502020204030204" pitchFamily="34" charset="0"/>
                          <a:ea typeface="+mn-ea"/>
                          <a:cs typeface="Calibri" panose="020F0502020204030204" pitchFamily="34" charset="0"/>
                        </a:rPr>
                        <a:t>ALTER</a:t>
                      </a:r>
                      <a:endParaRPr lang="en-US" sz="2800" b="0" i="0">
                        <a:solidFill>
                          <a:schemeClr val="dk1"/>
                        </a:solidFill>
                        <a:effectLst/>
                        <a:latin typeface="Calibri" panose="020F0502020204030204" pitchFamily="34" charset="0"/>
                        <a:ea typeface="+mn-ea"/>
                        <a:cs typeface="Calibri" panose="020F0502020204030204" pitchFamily="34" charset="0"/>
                      </a:endParaRPr>
                    </a:p>
                    <a:p>
                      <a:pPr algn="l"/>
                      <a:r>
                        <a:rPr lang="en-US" sz="2800" b="0" i="0">
                          <a:solidFill>
                            <a:schemeClr val="dk1"/>
                          </a:solidFill>
                          <a:effectLst/>
                          <a:latin typeface="Calibri" panose="020F0502020204030204" pitchFamily="34" charset="0"/>
                          <a:ea typeface="+mn-ea"/>
                          <a:cs typeface="Calibri" panose="020F0502020204030204" pitchFamily="34" charset="0"/>
                        </a:rPr>
                        <a:t>Modifies an existing database object, such as a table.</a:t>
                      </a:r>
                    </a:p>
                    <a:p>
                      <a:pPr algn="l"/>
                      <a:endParaRPr lang="en-US" sz="280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2"/>
                  </a:ext>
                </a:extLst>
              </a:tr>
              <a:tr h="1516080">
                <a:tc>
                  <a:txBody>
                    <a:bodyPr/>
                    <a:lstStyle/>
                    <a:p>
                      <a:pPr algn="ctr" fontAlgn="ctr"/>
                      <a:r>
                        <a:rPr lang="en-US" sz="2800">
                          <a:effectLst/>
                          <a:latin typeface="Calibri" panose="020F0502020204030204" pitchFamily="34" charset="0"/>
                          <a:cs typeface="Calibri" panose="020F0502020204030204" pitchFamily="34" charset="0"/>
                        </a:rPr>
                        <a:t>3</a:t>
                      </a:r>
                    </a:p>
                  </a:txBody>
                  <a:tcPr marL="76200" marR="76200" marT="76200" marB="76200" anchor="ctr"/>
                </a:tc>
                <a:tc>
                  <a:txBody>
                    <a:bodyPr/>
                    <a:lstStyle/>
                    <a:p>
                      <a:pPr algn="l"/>
                      <a:r>
                        <a:rPr lang="en-US" sz="2800" b="1" i="0">
                          <a:solidFill>
                            <a:schemeClr val="dk1"/>
                          </a:solidFill>
                          <a:effectLst/>
                          <a:latin typeface="Calibri" panose="020F0502020204030204" pitchFamily="34" charset="0"/>
                          <a:ea typeface="+mn-ea"/>
                          <a:cs typeface="Calibri" panose="020F0502020204030204" pitchFamily="34" charset="0"/>
                        </a:rPr>
                        <a:t>DROP</a:t>
                      </a:r>
                      <a:endParaRPr lang="en-US" sz="2800" b="0" i="0">
                        <a:solidFill>
                          <a:schemeClr val="dk1"/>
                        </a:solidFill>
                        <a:effectLst/>
                        <a:latin typeface="Calibri" panose="020F0502020204030204" pitchFamily="34" charset="0"/>
                        <a:ea typeface="+mn-ea"/>
                        <a:cs typeface="Calibri" panose="020F0502020204030204" pitchFamily="34" charset="0"/>
                      </a:endParaRPr>
                    </a:p>
                    <a:p>
                      <a:pPr algn="l"/>
                      <a:r>
                        <a:rPr lang="en-US" sz="2800" b="0" i="0">
                          <a:solidFill>
                            <a:schemeClr val="dk1"/>
                          </a:solidFill>
                          <a:effectLst/>
                          <a:latin typeface="Calibri" panose="020F0502020204030204" pitchFamily="34" charset="0"/>
                          <a:ea typeface="+mn-ea"/>
                          <a:cs typeface="Calibri" panose="020F0502020204030204" pitchFamily="34" charset="0"/>
                        </a:rPr>
                        <a:t>Deletes an entire table, a view of a table or other objects in the database.</a:t>
                      </a:r>
                    </a:p>
                    <a:p>
                      <a:pPr algn="l"/>
                      <a:endParaRPr lang="en-US" sz="280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5196092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1"/>
          <p:cNvSpPr/>
          <p:nvPr/>
        </p:nvSpPr>
        <p:spPr>
          <a:xfrm>
            <a:off x="504000" y="301320"/>
            <a:ext cx="9070560" cy="963917"/>
          </a:xfrm>
          <a:prstGeom prst="rect">
            <a:avLst/>
          </a:prstGeom>
          <a:noFill/>
          <a:ln>
            <a:noFill/>
          </a:ln>
        </p:spPr>
        <p:txBody>
          <a:bodyPr lIns="0" tIns="0" rIns="0" bIns="0" anchor="ctr"/>
          <a:lstStyle/>
          <a:p>
            <a:r>
              <a:rPr lang="en-US" sz="3600" b="1">
                <a:solidFill>
                  <a:prstClr val="black"/>
                </a:solidFill>
                <a:latin typeface="Calibri" panose="020F0502020204030204" pitchFamily="34" charset="0"/>
                <a:cs typeface="Calibri" panose="020F0502020204030204" pitchFamily="34" charset="0"/>
              </a:rPr>
              <a:t>Data Manipulation Language (DML)</a:t>
            </a:r>
          </a:p>
        </p:txBody>
      </p:sp>
      <p:sp>
        <p:nvSpPr>
          <p:cNvPr id="109" name="CustomShape 2"/>
          <p:cNvSpPr/>
          <p:nvPr/>
        </p:nvSpPr>
        <p:spPr>
          <a:xfrm>
            <a:off x="504000" y="1487160"/>
            <a:ext cx="9070560" cy="4946760"/>
          </a:xfrm>
          <a:prstGeom prst="rect">
            <a:avLst/>
          </a:prstGeom>
          <a:noFill/>
          <a:ln>
            <a:noFill/>
          </a:ln>
        </p:spPr>
        <p:txBody>
          <a:bodyPr lIns="0" tIns="0" rIns="0" bIns="0" anchor="ctr"/>
          <a:lstStyle/>
          <a:p>
            <a:endParaRPr lang="en-US" sz="3200" b="1">
              <a:solidFill>
                <a:prstClr val="black"/>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4204739239"/>
              </p:ext>
            </p:extLst>
          </p:nvPr>
        </p:nvGraphicFramePr>
        <p:xfrm>
          <a:off x="352980" y="1275713"/>
          <a:ext cx="9372600" cy="578328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848600">
                  <a:extLst>
                    <a:ext uri="{9D8B030D-6E8A-4147-A177-3AD203B41FA5}">
                      <a16:colId xmlns:a16="http://schemas.microsoft.com/office/drawing/2014/main" val="20001"/>
                    </a:ext>
                  </a:extLst>
                </a:gridCol>
              </a:tblGrid>
              <a:tr h="312720">
                <a:tc>
                  <a:txBody>
                    <a:bodyPr/>
                    <a:lstStyle/>
                    <a:p>
                      <a:pPr algn="l" fontAlgn="t"/>
                      <a:r>
                        <a:rPr lang="en-US" sz="2800">
                          <a:effectLst/>
                          <a:latin typeface="Calibri" panose="020F0502020204030204" pitchFamily="34" charset="0"/>
                          <a:cs typeface="Calibri" panose="020F0502020204030204" pitchFamily="34" charset="0"/>
                        </a:rPr>
                        <a:t>Sr.No.</a:t>
                      </a:r>
                    </a:p>
                  </a:txBody>
                  <a:tcPr marL="76200" marR="76200" marT="76200" marB="76200"/>
                </a:tc>
                <a:tc>
                  <a:txBody>
                    <a:bodyPr/>
                    <a:lstStyle/>
                    <a:p>
                      <a:pPr algn="ctr" fontAlgn="t"/>
                      <a:r>
                        <a:rPr lang="en-US" sz="2800">
                          <a:effectLst/>
                          <a:latin typeface="Calibri" panose="020F0502020204030204" pitchFamily="34" charset="0"/>
                          <a:cs typeface="Calibri" panose="020F0502020204030204" pitchFamily="34" charset="0"/>
                        </a:rPr>
                        <a:t>Command &amp; Description</a:t>
                      </a:r>
                    </a:p>
                  </a:txBody>
                  <a:tcPr marL="76200" marR="76200" marT="76200" marB="76200"/>
                </a:tc>
                <a:extLst>
                  <a:ext uri="{0D108BD9-81ED-4DB2-BD59-A6C34878D82A}">
                    <a16:rowId xmlns:a16="http://schemas.microsoft.com/office/drawing/2014/main" val="10000"/>
                  </a:ext>
                </a:extLst>
              </a:tr>
              <a:tr h="370840">
                <a:tc>
                  <a:txBody>
                    <a:bodyPr/>
                    <a:lstStyle/>
                    <a:p>
                      <a:pPr algn="ctr" fontAlgn="ctr"/>
                      <a:r>
                        <a:rPr lang="en-US" sz="2800">
                          <a:effectLst/>
                          <a:latin typeface="Calibri" panose="020F0502020204030204" pitchFamily="34" charset="0"/>
                          <a:cs typeface="Calibri" panose="020F0502020204030204" pitchFamily="34" charset="0"/>
                        </a:rPr>
                        <a:t>1</a:t>
                      </a:r>
                    </a:p>
                  </a:txBody>
                  <a:tcPr marL="76200" marR="76200" marT="76200" marB="76200" anchor="ctr"/>
                </a:tc>
                <a:tc>
                  <a:txBody>
                    <a:bodyPr/>
                    <a:lstStyle/>
                    <a:p>
                      <a:r>
                        <a:rPr lang="en-US" sz="2800" b="1" i="0">
                          <a:solidFill>
                            <a:schemeClr val="dk1"/>
                          </a:solidFill>
                          <a:effectLst/>
                          <a:latin typeface="Calibri" panose="020F0502020204030204" pitchFamily="34" charset="0"/>
                          <a:ea typeface="+mn-ea"/>
                          <a:cs typeface="Calibri" panose="020F0502020204030204" pitchFamily="34" charset="0"/>
                        </a:rPr>
                        <a:t>SELECT</a:t>
                      </a:r>
                      <a:endParaRPr lang="en-US" sz="2800" b="0" i="0">
                        <a:solidFill>
                          <a:schemeClr val="dk1"/>
                        </a:solidFill>
                        <a:effectLst/>
                        <a:latin typeface="Calibri" panose="020F0502020204030204" pitchFamily="34" charset="0"/>
                        <a:ea typeface="+mn-ea"/>
                        <a:cs typeface="Calibri" panose="020F0502020204030204" pitchFamily="34" charset="0"/>
                      </a:endParaRPr>
                    </a:p>
                    <a:p>
                      <a:r>
                        <a:rPr lang="en-US" sz="2800" b="0" i="0">
                          <a:solidFill>
                            <a:schemeClr val="dk1"/>
                          </a:solidFill>
                          <a:effectLst/>
                          <a:latin typeface="Calibri" panose="020F0502020204030204" pitchFamily="34" charset="0"/>
                          <a:ea typeface="+mn-ea"/>
                          <a:cs typeface="Calibri" panose="020F0502020204030204" pitchFamily="34" charset="0"/>
                        </a:rPr>
                        <a:t>Retrieves certain records from one or more tables.</a:t>
                      </a:r>
                    </a:p>
                  </a:txBody>
                  <a:tcPr/>
                </a:tc>
                <a:extLst>
                  <a:ext uri="{0D108BD9-81ED-4DB2-BD59-A6C34878D82A}">
                    <a16:rowId xmlns:a16="http://schemas.microsoft.com/office/drawing/2014/main" val="10001"/>
                  </a:ext>
                </a:extLst>
              </a:tr>
              <a:tr h="370840">
                <a:tc>
                  <a:txBody>
                    <a:bodyPr/>
                    <a:lstStyle/>
                    <a:p>
                      <a:pPr algn="ctr" fontAlgn="ctr"/>
                      <a:r>
                        <a:rPr lang="en-US" sz="2800">
                          <a:effectLst/>
                          <a:latin typeface="Calibri" panose="020F0502020204030204" pitchFamily="34" charset="0"/>
                          <a:cs typeface="Calibri" panose="020F0502020204030204" pitchFamily="34" charset="0"/>
                        </a:rPr>
                        <a:t>2</a:t>
                      </a:r>
                    </a:p>
                  </a:txBody>
                  <a:tcPr marL="76200" marR="76200" marT="76200" marB="76200" anchor="ctr"/>
                </a:tc>
                <a:tc>
                  <a:txBody>
                    <a:bodyPr/>
                    <a:lstStyle/>
                    <a:p>
                      <a:r>
                        <a:rPr lang="en-US" sz="2800" b="1" i="0">
                          <a:solidFill>
                            <a:schemeClr val="dk1"/>
                          </a:solidFill>
                          <a:effectLst/>
                          <a:latin typeface="Calibri" panose="020F0502020204030204" pitchFamily="34" charset="0"/>
                          <a:ea typeface="+mn-ea"/>
                          <a:cs typeface="Calibri" panose="020F0502020204030204" pitchFamily="34" charset="0"/>
                        </a:rPr>
                        <a:t>INSERT</a:t>
                      </a:r>
                      <a:endParaRPr lang="en-US" sz="2800" b="0" i="0">
                        <a:solidFill>
                          <a:schemeClr val="dk1"/>
                        </a:solidFill>
                        <a:effectLst/>
                        <a:latin typeface="Calibri" panose="020F0502020204030204" pitchFamily="34" charset="0"/>
                        <a:ea typeface="+mn-ea"/>
                        <a:cs typeface="Calibri" panose="020F0502020204030204" pitchFamily="34" charset="0"/>
                      </a:endParaRPr>
                    </a:p>
                    <a:p>
                      <a:r>
                        <a:rPr lang="en-US" sz="2800" b="0" i="0">
                          <a:solidFill>
                            <a:schemeClr val="dk1"/>
                          </a:solidFill>
                          <a:effectLst/>
                          <a:latin typeface="Calibri" panose="020F0502020204030204" pitchFamily="34" charset="0"/>
                          <a:ea typeface="+mn-ea"/>
                          <a:cs typeface="Calibri" panose="020F0502020204030204" pitchFamily="34" charset="0"/>
                        </a:rPr>
                        <a:t>Creates a record.</a:t>
                      </a:r>
                    </a:p>
                    <a:p>
                      <a:endParaRPr lang="en-US" sz="280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2"/>
                  </a:ext>
                </a:extLst>
              </a:tr>
              <a:tr h="1516080">
                <a:tc>
                  <a:txBody>
                    <a:bodyPr/>
                    <a:lstStyle/>
                    <a:p>
                      <a:pPr algn="ctr" fontAlgn="ctr"/>
                      <a:r>
                        <a:rPr lang="en-US" sz="2800">
                          <a:effectLst/>
                          <a:latin typeface="Calibri" panose="020F0502020204030204" pitchFamily="34" charset="0"/>
                          <a:cs typeface="Calibri" panose="020F0502020204030204" pitchFamily="34" charset="0"/>
                        </a:rPr>
                        <a:t>3</a:t>
                      </a:r>
                    </a:p>
                  </a:txBody>
                  <a:tcPr marL="76200" marR="76200" marT="76200" marB="76200" anchor="ctr"/>
                </a:tc>
                <a:tc>
                  <a:txBody>
                    <a:bodyPr/>
                    <a:lstStyle/>
                    <a:p>
                      <a:r>
                        <a:rPr lang="en-US" sz="2800" b="1" i="0">
                          <a:solidFill>
                            <a:schemeClr val="dk1"/>
                          </a:solidFill>
                          <a:effectLst/>
                          <a:latin typeface="Calibri" panose="020F0502020204030204" pitchFamily="34" charset="0"/>
                          <a:ea typeface="+mn-ea"/>
                          <a:cs typeface="Calibri" panose="020F0502020204030204" pitchFamily="34" charset="0"/>
                        </a:rPr>
                        <a:t>UPDATE</a:t>
                      </a:r>
                      <a:endParaRPr lang="en-US" sz="2800" b="0" i="0">
                        <a:solidFill>
                          <a:schemeClr val="dk1"/>
                        </a:solidFill>
                        <a:effectLst/>
                        <a:latin typeface="Calibri" panose="020F0502020204030204" pitchFamily="34" charset="0"/>
                        <a:ea typeface="+mn-ea"/>
                        <a:cs typeface="Calibri" panose="020F0502020204030204" pitchFamily="34" charset="0"/>
                      </a:endParaRPr>
                    </a:p>
                    <a:p>
                      <a:r>
                        <a:rPr lang="en-US" sz="2800" b="0" i="0">
                          <a:solidFill>
                            <a:schemeClr val="dk1"/>
                          </a:solidFill>
                          <a:effectLst/>
                          <a:latin typeface="Calibri" panose="020F0502020204030204" pitchFamily="34" charset="0"/>
                          <a:ea typeface="+mn-ea"/>
                          <a:cs typeface="Calibri" panose="020F0502020204030204" pitchFamily="34" charset="0"/>
                        </a:rPr>
                        <a:t>Modifies records.</a:t>
                      </a:r>
                    </a:p>
                  </a:txBody>
                  <a:tcPr/>
                </a:tc>
                <a:extLst>
                  <a:ext uri="{0D108BD9-81ED-4DB2-BD59-A6C34878D82A}">
                    <a16:rowId xmlns:a16="http://schemas.microsoft.com/office/drawing/2014/main" val="10003"/>
                  </a:ext>
                </a:extLst>
              </a:tr>
              <a:tr h="1059480">
                <a:tc>
                  <a:txBody>
                    <a:bodyPr/>
                    <a:lstStyle/>
                    <a:p>
                      <a:pPr algn="ctr" fontAlgn="ctr"/>
                      <a:r>
                        <a:rPr lang="en-US" sz="2800">
                          <a:effectLst/>
                          <a:latin typeface="Calibri" panose="020F0502020204030204" pitchFamily="34" charset="0"/>
                          <a:cs typeface="Calibri" panose="020F0502020204030204" pitchFamily="34" charset="0"/>
                        </a:rPr>
                        <a:t>4</a:t>
                      </a:r>
                    </a:p>
                  </a:txBody>
                  <a:tcPr marL="76200" marR="76200" marT="76200" marB="76200" anchor="ctr"/>
                </a:tc>
                <a:tc>
                  <a:txBody>
                    <a:bodyPr/>
                    <a:lstStyle/>
                    <a:p>
                      <a:r>
                        <a:rPr lang="en-US" sz="2800" b="1" i="0">
                          <a:solidFill>
                            <a:schemeClr val="dk1"/>
                          </a:solidFill>
                          <a:effectLst/>
                          <a:latin typeface="Calibri" panose="020F0502020204030204" pitchFamily="34" charset="0"/>
                          <a:ea typeface="+mn-ea"/>
                          <a:cs typeface="Calibri" panose="020F0502020204030204" pitchFamily="34" charset="0"/>
                        </a:rPr>
                        <a:t>DELETE</a:t>
                      </a:r>
                      <a:endParaRPr lang="en-US" sz="2800" b="0" i="0">
                        <a:solidFill>
                          <a:schemeClr val="dk1"/>
                        </a:solidFill>
                        <a:effectLst/>
                        <a:latin typeface="Calibri" panose="020F0502020204030204" pitchFamily="34" charset="0"/>
                        <a:ea typeface="+mn-ea"/>
                        <a:cs typeface="Calibri" panose="020F0502020204030204" pitchFamily="34" charset="0"/>
                      </a:endParaRPr>
                    </a:p>
                    <a:p>
                      <a:r>
                        <a:rPr lang="en-US" sz="2800" b="0" i="0">
                          <a:solidFill>
                            <a:schemeClr val="dk1"/>
                          </a:solidFill>
                          <a:effectLst/>
                          <a:latin typeface="Calibri" panose="020F0502020204030204" pitchFamily="34" charset="0"/>
                          <a:ea typeface="+mn-ea"/>
                          <a:cs typeface="Calibri" panose="020F0502020204030204" pitchFamily="34" charset="0"/>
                        </a:rPr>
                        <a:t>Deletes records.</a:t>
                      </a:r>
                    </a:p>
                    <a:p>
                      <a:endParaRPr lang="en-US" sz="2800" b="0" i="0">
                        <a:solidFill>
                          <a:schemeClr val="dk1"/>
                        </a:solidFill>
                        <a:effectLst/>
                        <a:latin typeface="Calibri" panose="020F0502020204030204" pitchFamily="34" charset="0"/>
                        <a:ea typeface="+mn-ea"/>
                        <a:cs typeface="Calibri" panose="020F0502020204030204" pitchFamily="34"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5132851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1"/>
          <p:cNvSpPr/>
          <p:nvPr/>
        </p:nvSpPr>
        <p:spPr>
          <a:xfrm>
            <a:off x="504000" y="301320"/>
            <a:ext cx="9070560" cy="963917"/>
          </a:xfrm>
          <a:prstGeom prst="rect">
            <a:avLst/>
          </a:prstGeom>
          <a:noFill/>
          <a:ln>
            <a:noFill/>
          </a:ln>
        </p:spPr>
        <p:txBody>
          <a:bodyPr lIns="0" tIns="0" rIns="0" bIns="0" anchor="ctr"/>
          <a:lstStyle/>
          <a:p>
            <a:r>
              <a:rPr lang="en-US" sz="3600" b="1">
                <a:solidFill>
                  <a:prstClr val="black"/>
                </a:solidFill>
                <a:latin typeface="Calibri" panose="020F0502020204030204" pitchFamily="34" charset="0"/>
                <a:cs typeface="Calibri" panose="020F0502020204030204" pitchFamily="34" charset="0"/>
              </a:rPr>
              <a:t>Data Control Language (DCL)</a:t>
            </a:r>
          </a:p>
        </p:txBody>
      </p:sp>
      <p:sp>
        <p:nvSpPr>
          <p:cNvPr id="109" name="CustomShape 2"/>
          <p:cNvSpPr/>
          <p:nvPr/>
        </p:nvSpPr>
        <p:spPr>
          <a:xfrm>
            <a:off x="504000" y="1487160"/>
            <a:ext cx="9070560" cy="4946760"/>
          </a:xfrm>
          <a:prstGeom prst="rect">
            <a:avLst/>
          </a:prstGeom>
          <a:noFill/>
          <a:ln>
            <a:noFill/>
          </a:ln>
        </p:spPr>
        <p:txBody>
          <a:bodyPr lIns="0" tIns="0" rIns="0" bIns="0" anchor="ctr"/>
          <a:lstStyle/>
          <a:p>
            <a:endParaRPr lang="en-US" sz="3200" b="1">
              <a:solidFill>
                <a:prstClr val="black"/>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3977798035"/>
              </p:ext>
            </p:extLst>
          </p:nvPr>
        </p:nvGraphicFramePr>
        <p:xfrm>
          <a:off x="550800" y="1874837"/>
          <a:ext cx="9372600" cy="246888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848600">
                  <a:extLst>
                    <a:ext uri="{9D8B030D-6E8A-4147-A177-3AD203B41FA5}">
                      <a16:colId xmlns:a16="http://schemas.microsoft.com/office/drawing/2014/main" val="20001"/>
                    </a:ext>
                  </a:extLst>
                </a:gridCol>
              </a:tblGrid>
              <a:tr h="0">
                <a:tc>
                  <a:txBody>
                    <a:bodyPr/>
                    <a:lstStyle/>
                    <a:p>
                      <a:pPr algn="l" fontAlgn="t"/>
                      <a:r>
                        <a:rPr lang="en-US" sz="2800">
                          <a:effectLst/>
                          <a:latin typeface="Calibri" panose="020F0502020204030204" pitchFamily="34" charset="0"/>
                          <a:cs typeface="Calibri" panose="020F0502020204030204" pitchFamily="34" charset="0"/>
                        </a:rPr>
                        <a:t>Sr.No.</a:t>
                      </a:r>
                    </a:p>
                  </a:txBody>
                  <a:tcPr marL="76200" marR="76200" marT="76200" marB="76200"/>
                </a:tc>
                <a:tc>
                  <a:txBody>
                    <a:bodyPr/>
                    <a:lstStyle/>
                    <a:p>
                      <a:pPr algn="ctr" fontAlgn="t"/>
                      <a:r>
                        <a:rPr lang="en-US" sz="2800">
                          <a:effectLst/>
                          <a:latin typeface="Calibri" panose="020F0502020204030204" pitchFamily="34" charset="0"/>
                          <a:cs typeface="Calibri" panose="020F0502020204030204" pitchFamily="34" charset="0"/>
                        </a:rPr>
                        <a:t>Command &amp; Description</a:t>
                      </a:r>
                    </a:p>
                  </a:txBody>
                  <a:tcPr marL="76200" marR="76200" marT="76200" marB="76200"/>
                </a:tc>
                <a:extLst>
                  <a:ext uri="{0D108BD9-81ED-4DB2-BD59-A6C34878D82A}">
                    <a16:rowId xmlns:a16="http://schemas.microsoft.com/office/drawing/2014/main" val="10000"/>
                  </a:ext>
                </a:extLst>
              </a:tr>
              <a:tr h="370840">
                <a:tc>
                  <a:txBody>
                    <a:bodyPr/>
                    <a:lstStyle/>
                    <a:p>
                      <a:pPr algn="ctr" fontAlgn="ctr"/>
                      <a:r>
                        <a:rPr lang="en-US" sz="2800">
                          <a:effectLst/>
                          <a:latin typeface="Calibri" panose="020F0502020204030204" pitchFamily="34" charset="0"/>
                          <a:cs typeface="Calibri" panose="020F0502020204030204" pitchFamily="34" charset="0"/>
                        </a:rPr>
                        <a:t>1</a:t>
                      </a:r>
                    </a:p>
                  </a:txBody>
                  <a:tcPr marL="76200" marR="76200" marT="76200" marB="76200" anchor="ctr"/>
                </a:tc>
                <a:tc>
                  <a:txBody>
                    <a:bodyPr/>
                    <a:lstStyle/>
                    <a:p>
                      <a:r>
                        <a:rPr lang="en-US" sz="2800" b="1" i="0">
                          <a:solidFill>
                            <a:schemeClr val="dk1"/>
                          </a:solidFill>
                          <a:effectLst/>
                          <a:latin typeface="Calibri" panose="020F0502020204030204" pitchFamily="34" charset="0"/>
                          <a:ea typeface="+mn-ea"/>
                          <a:cs typeface="Calibri" panose="020F0502020204030204" pitchFamily="34" charset="0"/>
                        </a:rPr>
                        <a:t>GRANT</a:t>
                      </a:r>
                      <a:endParaRPr lang="en-US" sz="2800" b="0" i="0">
                        <a:solidFill>
                          <a:schemeClr val="dk1"/>
                        </a:solidFill>
                        <a:effectLst/>
                        <a:latin typeface="Calibri" panose="020F0502020204030204" pitchFamily="34" charset="0"/>
                        <a:ea typeface="+mn-ea"/>
                        <a:cs typeface="Calibri" panose="020F0502020204030204" pitchFamily="34" charset="0"/>
                      </a:endParaRPr>
                    </a:p>
                    <a:p>
                      <a:r>
                        <a:rPr lang="en-US" sz="2800" b="0" i="0">
                          <a:solidFill>
                            <a:schemeClr val="dk1"/>
                          </a:solidFill>
                          <a:effectLst/>
                          <a:latin typeface="Calibri" panose="020F0502020204030204" pitchFamily="34" charset="0"/>
                          <a:ea typeface="+mn-ea"/>
                          <a:cs typeface="Calibri" panose="020F0502020204030204" pitchFamily="34" charset="0"/>
                        </a:rPr>
                        <a:t>Gives a privilege to user.</a:t>
                      </a:r>
                    </a:p>
                  </a:txBody>
                  <a:tcPr/>
                </a:tc>
                <a:extLst>
                  <a:ext uri="{0D108BD9-81ED-4DB2-BD59-A6C34878D82A}">
                    <a16:rowId xmlns:a16="http://schemas.microsoft.com/office/drawing/2014/main" val="10001"/>
                  </a:ext>
                </a:extLst>
              </a:tr>
              <a:tr h="370840">
                <a:tc>
                  <a:txBody>
                    <a:bodyPr/>
                    <a:lstStyle/>
                    <a:p>
                      <a:pPr algn="ctr" fontAlgn="ctr"/>
                      <a:r>
                        <a:rPr lang="en-US" sz="2800">
                          <a:effectLst/>
                          <a:latin typeface="Calibri" panose="020F0502020204030204" pitchFamily="34" charset="0"/>
                          <a:cs typeface="Calibri" panose="020F0502020204030204" pitchFamily="34" charset="0"/>
                        </a:rPr>
                        <a:t>2</a:t>
                      </a:r>
                    </a:p>
                  </a:txBody>
                  <a:tcPr marL="76200" marR="76200" marT="76200" marB="76200" anchor="ctr"/>
                </a:tc>
                <a:tc>
                  <a:txBody>
                    <a:bodyPr/>
                    <a:lstStyle/>
                    <a:p>
                      <a:r>
                        <a:rPr lang="en-US" sz="2800" b="1" i="0">
                          <a:solidFill>
                            <a:schemeClr val="dk1"/>
                          </a:solidFill>
                          <a:effectLst/>
                          <a:latin typeface="Calibri" panose="020F0502020204030204" pitchFamily="34" charset="0"/>
                          <a:ea typeface="+mn-ea"/>
                          <a:cs typeface="Calibri" panose="020F0502020204030204" pitchFamily="34" charset="0"/>
                        </a:rPr>
                        <a:t>REVOKE</a:t>
                      </a:r>
                      <a:endParaRPr lang="en-US" sz="2800" b="0" i="0">
                        <a:solidFill>
                          <a:schemeClr val="dk1"/>
                        </a:solidFill>
                        <a:effectLst/>
                        <a:latin typeface="Calibri" panose="020F0502020204030204" pitchFamily="34" charset="0"/>
                        <a:ea typeface="+mn-ea"/>
                        <a:cs typeface="Calibri" panose="020F0502020204030204" pitchFamily="34" charset="0"/>
                      </a:endParaRPr>
                    </a:p>
                    <a:p>
                      <a:r>
                        <a:rPr lang="en-US" sz="2800" b="0" i="0">
                          <a:solidFill>
                            <a:schemeClr val="dk1"/>
                          </a:solidFill>
                          <a:effectLst/>
                          <a:latin typeface="Calibri" panose="020F0502020204030204" pitchFamily="34" charset="0"/>
                          <a:ea typeface="+mn-ea"/>
                          <a:cs typeface="Calibri" panose="020F0502020204030204" pitchFamily="34" charset="0"/>
                        </a:rPr>
                        <a:t>Takes back privileges granted from user.</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4250652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1"/>
          <p:cNvSpPr/>
          <p:nvPr/>
        </p:nvSpPr>
        <p:spPr>
          <a:xfrm>
            <a:off x="504000" y="301320"/>
            <a:ext cx="9070560" cy="1261080"/>
          </a:xfrm>
          <a:prstGeom prst="rect">
            <a:avLst/>
          </a:prstGeom>
          <a:noFill/>
          <a:ln>
            <a:noFill/>
          </a:ln>
        </p:spPr>
        <p:txBody>
          <a:bodyPr lIns="0" tIns="0" rIns="0" bIns="0" anchor="ctr"/>
          <a:lstStyle/>
          <a:p>
            <a:pPr>
              <a:lnSpc>
                <a:spcPct val="100000"/>
              </a:lnSpc>
            </a:pPr>
            <a:r>
              <a:rPr lang="en-IN" sz="3600" b="1">
                <a:latin typeface="Calibri" panose="020F0502020204030204" pitchFamily="34" charset="0"/>
                <a:cs typeface="Calibri" panose="020F0502020204030204" pitchFamily="34" charset="0"/>
              </a:rPr>
              <a:t>The SQL CREATE DATABASE Statement</a:t>
            </a:r>
            <a:endParaRPr>
              <a:latin typeface="Calibri" panose="020F0502020204030204" pitchFamily="34" charset="0"/>
              <a:cs typeface="Calibri" panose="020F0502020204030204" pitchFamily="34" charset="0"/>
            </a:endParaRPr>
          </a:p>
        </p:txBody>
      </p:sp>
      <p:sp>
        <p:nvSpPr>
          <p:cNvPr id="109" name="CustomShape 2"/>
          <p:cNvSpPr/>
          <p:nvPr/>
        </p:nvSpPr>
        <p:spPr>
          <a:xfrm>
            <a:off x="504000" y="1487160"/>
            <a:ext cx="9070560" cy="4946760"/>
          </a:xfrm>
          <a:prstGeom prst="rect">
            <a:avLst/>
          </a:prstGeom>
          <a:noFill/>
          <a:ln>
            <a:noFill/>
          </a:ln>
        </p:spPr>
        <p:txBody>
          <a:bodyPr lIns="0" tIns="0" rIns="0" bIns="0" anchor="ctr"/>
          <a:lstStyle/>
          <a:p>
            <a:pPr algn="ctr">
              <a:lnSpc>
                <a:spcPct val="100000"/>
              </a:lnSpc>
            </a:pPr>
            <a:endParaRPr/>
          </a:p>
          <a:p>
            <a:pPr algn="ctr">
              <a:lnSpc>
                <a:spcPct val="100000"/>
              </a:lnSpc>
            </a:pPr>
            <a:endParaRPr/>
          </a:p>
          <a:p>
            <a:pPr marL="457200" indent="-457200">
              <a:lnSpc>
                <a:spcPct val="100000"/>
              </a:lnSpc>
              <a:buFont typeface="Wingdings" panose="05000000000000000000" pitchFamily="2" charset="2"/>
              <a:buChar char="§"/>
            </a:pPr>
            <a:r>
              <a:rPr lang="en-IN" sz="2800">
                <a:latin typeface="Calibri" panose="020F0502020204030204" pitchFamily="34" charset="0"/>
                <a:cs typeface="Calibri" panose="020F0502020204030204" pitchFamily="34" charset="0"/>
              </a:rPr>
              <a:t>The CREATE DATABASE statement is used to create a new SQL database.</a:t>
            </a:r>
            <a:endParaRPr>
              <a:latin typeface="Calibri" panose="020F0502020204030204" pitchFamily="34" charset="0"/>
              <a:cs typeface="Calibri" panose="020F0502020204030204" pitchFamily="34" charset="0"/>
            </a:endParaRPr>
          </a:p>
          <a:p>
            <a:pPr>
              <a:lnSpc>
                <a:spcPct val="100000"/>
              </a:lnSpc>
            </a:pPr>
            <a:endParaRPr>
              <a:latin typeface="Calibri" panose="020F0502020204030204" pitchFamily="34" charset="0"/>
              <a:cs typeface="Calibri" panose="020F0502020204030204" pitchFamily="34" charset="0"/>
            </a:endParaRPr>
          </a:p>
          <a:p>
            <a:pPr>
              <a:lnSpc>
                <a:spcPct val="100000"/>
              </a:lnSpc>
            </a:pPr>
            <a:r>
              <a:rPr lang="en-IN" sz="2800">
                <a:latin typeface="Calibri" panose="020F0502020204030204" pitchFamily="34" charset="0"/>
                <a:cs typeface="Calibri" panose="020F0502020204030204" pitchFamily="34" charset="0"/>
              </a:rPr>
              <a:t>		</a:t>
            </a:r>
            <a:r>
              <a:rPr lang="en-IN" sz="2800" b="1">
                <a:latin typeface="Calibri" panose="020F0502020204030204" pitchFamily="34" charset="0"/>
                <a:cs typeface="Calibri" panose="020F0502020204030204" pitchFamily="34" charset="0"/>
              </a:rPr>
              <a:t>CREATE DATABASE </a:t>
            </a:r>
            <a:r>
              <a:rPr lang="en-IN" sz="2800" b="1" err="1">
                <a:latin typeface="Calibri" panose="020F0502020204030204" pitchFamily="34" charset="0"/>
                <a:cs typeface="Calibri" panose="020F0502020204030204" pitchFamily="34" charset="0"/>
              </a:rPr>
              <a:t>databasename</a:t>
            </a:r>
            <a:r>
              <a:rPr lang="en-IN" sz="2800" b="1">
                <a:latin typeface="Calibri" panose="020F0502020204030204" pitchFamily="34" charset="0"/>
                <a:cs typeface="Calibri" panose="020F0502020204030204" pitchFamily="34" charset="0"/>
              </a:rPr>
              <a:t>;</a:t>
            </a:r>
            <a:endParaRPr>
              <a:latin typeface="Calibri" panose="020F0502020204030204" pitchFamily="34" charset="0"/>
              <a:cs typeface="Calibri" panose="020F0502020204030204" pitchFamily="34" charset="0"/>
            </a:endParaRPr>
          </a:p>
          <a:p>
            <a:pPr>
              <a:lnSpc>
                <a:spcPct val="100000"/>
              </a:lnSpc>
            </a:pPr>
            <a:endParaRPr>
              <a:latin typeface="Calibri" panose="020F0502020204030204" pitchFamily="34" charset="0"/>
              <a:cs typeface="Calibri" panose="020F0502020204030204" pitchFamily="34" charset="0"/>
            </a:endParaRPr>
          </a:p>
          <a:p>
            <a:pPr marL="457200" indent="-457200">
              <a:lnSpc>
                <a:spcPct val="100000"/>
              </a:lnSpc>
              <a:buFont typeface="Wingdings" panose="05000000000000000000" pitchFamily="2" charset="2"/>
              <a:buChar char="§"/>
            </a:pPr>
            <a:r>
              <a:rPr lang="en-IN" sz="2800">
                <a:latin typeface="Calibri" panose="020F0502020204030204" pitchFamily="34" charset="0"/>
                <a:cs typeface="Calibri" panose="020F0502020204030204" pitchFamily="34" charset="0"/>
              </a:rPr>
              <a:t>The following SQL statement creates a database called "</a:t>
            </a:r>
            <a:r>
              <a:rPr lang="en-IN" sz="2800" err="1">
                <a:latin typeface="Calibri" panose="020F0502020204030204" pitchFamily="34" charset="0"/>
                <a:cs typeface="Calibri" panose="020F0502020204030204" pitchFamily="34" charset="0"/>
              </a:rPr>
              <a:t>testDB</a:t>
            </a:r>
            <a:r>
              <a:rPr lang="en-IN" sz="2800">
                <a:latin typeface="Calibri" panose="020F0502020204030204" pitchFamily="34" charset="0"/>
                <a:cs typeface="Calibri" panose="020F0502020204030204" pitchFamily="34" charset="0"/>
              </a:rPr>
              <a:t>"</a:t>
            </a:r>
            <a:endParaRPr>
              <a:latin typeface="Calibri" panose="020F0502020204030204" pitchFamily="34" charset="0"/>
              <a:cs typeface="Calibri" panose="020F0502020204030204" pitchFamily="34" charset="0"/>
            </a:endParaRPr>
          </a:p>
          <a:p>
            <a:pPr>
              <a:lnSpc>
                <a:spcPct val="100000"/>
              </a:lnSpc>
            </a:pPr>
            <a:endParaRPr>
              <a:latin typeface="Calibri" panose="020F0502020204030204" pitchFamily="34" charset="0"/>
              <a:cs typeface="Calibri" panose="020F0502020204030204" pitchFamily="34" charset="0"/>
            </a:endParaRPr>
          </a:p>
          <a:p>
            <a:pPr>
              <a:lnSpc>
                <a:spcPct val="100000"/>
              </a:lnSpc>
            </a:pPr>
            <a:r>
              <a:rPr lang="en-IN" sz="2800">
                <a:latin typeface="Calibri" panose="020F0502020204030204" pitchFamily="34" charset="0"/>
                <a:cs typeface="Calibri" panose="020F0502020204030204" pitchFamily="34" charset="0"/>
              </a:rPr>
              <a:t>		</a:t>
            </a:r>
            <a:r>
              <a:rPr lang="en-IN" sz="2800" b="1">
                <a:latin typeface="Calibri" panose="020F0502020204030204" pitchFamily="34" charset="0"/>
                <a:cs typeface="Calibri" panose="020F0502020204030204" pitchFamily="34" charset="0"/>
              </a:rPr>
              <a:t>CREATE DATABASE </a:t>
            </a:r>
            <a:r>
              <a:rPr lang="en-IN" sz="2800" b="1" err="1">
                <a:latin typeface="Calibri" panose="020F0502020204030204" pitchFamily="34" charset="0"/>
                <a:cs typeface="Calibri" panose="020F0502020204030204" pitchFamily="34" charset="0"/>
              </a:rPr>
              <a:t>testDB</a:t>
            </a:r>
            <a:r>
              <a:rPr lang="en-IN" sz="2800" b="1">
                <a:latin typeface="Calibri" panose="020F0502020204030204" pitchFamily="34" charset="0"/>
                <a:cs typeface="Calibri" panose="020F0502020204030204" pitchFamily="34" charset="0"/>
              </a:rPr>
              <a:t>; </a:t>
            </a:r>
            <a:endParaRPr b="1">
              <a:latin typeface="Calibri" panose="020F0502020204030204" pitchFamily="34" charset="0"/>
              <a:cs typeface="Calibri" panose="020F0502020204030204" pitchFamily="34" charset="0"/>
            </a:endParaRPr>
          </a:p>
          <a:p>
            <a:pPr algn="ctr">
              <a:lnSpc>
                <a:spcPct val="100000"/>
              </a:lnSpc>
            </a:pPr>
            <a:endParaRPr b="1">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5965862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CustomShape 1"/>
          <p:cNvSpPr/>
          <p:nvPr/>
        </p:nvSpPr>
        <p:spPr>
          <a:xfrm>
            <a:off x="504000" y="1769040"/>
            <a:ext cx="9070560" cy="4383000"/>
          </a:xfrm>
          <a:prstGeom prst="rect">
            <a:avLst/>
          </a:prstGeom>
          <a:noFill/>
          <a:ln>
            <a:noFill/>
          </a:ln>
        </p:spPr>
        <p:txBody>
          <a:bodyPr lIns="0" tIns="0" rIns="0" bIns="0" anchor="ctr"/>
          <a:lstStyle/>
          <a:p>
            <a:pPr marL="457200" indent="-457200" algn="just">
              <a:buFont typeface="Wingdings" panose="05000000000000000000" pitchFamily="2" charset="2"/>
              <a:buChar char="§"/>
            </a:pPr>
            <a:r>
              <a:rPr lang="en-IN" sz="3200">
                <a:latin typeface="Calibri" panose="020F0502020204030204" pitchFamily="34" charset="0"/>
                <a:cs typeface="Calibri" panose="020F0502020204030204" pitchFamily="34" charset="0"/>
              </a:rPr>
              <a:t>Make sure you have </a:t>
            </a:r>
            <a:r>
              <a:rPr lang="en-IN" sz="3200" b="1" i="1">
                <a:latin typeface="Calibri" panose="020F0502020204030204" pitchFamily="34" charset="0"/>
                <a:cs typeface="Calibri" panose="020F0502020204030204" pitchFamily="34" charset="0"/>
              </a:rPr>
              <a:t>admin privilege </a:t>
            </a:r>
            <a:r>
              <a:rPr lang="en-IN" sz="3200">
                <a:latin typeface="Calibri" panose="020F0502020204030204" pitchFamily="34" charset="0"/>
                <a:cs typeface="Calibri" panose="020F0502020204030204" pitchFamily="34" charset="0"/>
              </a:rPr>
              <a:t>before creating any database. </a:t>
            </a:r>
          </a:p>
          <a:p>
            <a:pPr marL="457200" indent="-457200" algn="just">
              <a:buFont typeface="Wingdings" panose="05000000000000000000" pitchFamily="2" charset="2"/>
              <a:buChar char="§"/>
            </a:pPr>
            <a:endParaRPr>
              <a:latin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
            </a:pPr>
            <a:r>
              <a:rPr lang="en-IN" sz="3200">
                <a:latin typeface="Calibri" panose="020F0502020204030204" pitchFamily="34" charset="0"/>
                <a:cs typeface="Calibri" panose="020F0502020204030204" pitchFamily="34" charset="0"/>
              </a:rPr>
              <a:t>Once a database is created, you can check it in the list of databases with the SQL command: </a:t>
            </a:r>
            <a:endParaRPr>
              <a:latin typeface="Calibri" panose="020F0502020204030204" pitchFamily="34" charset="0"/>
              <a:cs typeface="Calibri" panose="020F0502020204030204" pitchFamily="34" charset="0"/>
            </a:endParaRPr>
          </a:p>
          <a:p>
            <a:endParaRPr>
              <a:latin typeface="Calibri" panose="020F0502020204030204" pitchFamily="34" charset="0"/>
              <a:cs typeface="Calibri" panose="020F0502020204030204" pitchFamily="34" charset="0"/>
            </a:endParaRPr>
          </a:p>
          <a:p>
            <a:r>
              <a:rPr lang="en-IN" sz="3200">
                <a:latin typeface="Calibri" panose="020F0502020204030204" pitchFamily="34" charset="0"/>
                <a:cs typeface="Calibri" panose="020F0502020204030204" pitchFamily="34" charset="0"/>
              </a:rPr>
              <a:t> 	</a:t>
            </a:r>
            <a:r>
              <a:rPr lang="en-IN" sz="3200" b="1">
                <a:latin typeface="Calibri" panose="020F0502020204030204" pitchFamily="34" charset="0"/>
                <a:cs typeface="Calibri" panose="020F0502020204030204" pitchFamily="34" charset="0"/>
              </a:rPr>
              <a:t>SHOW DATABASES;</a:t>
            </a:r>
            <a:endParaRPr>
              <a:latin typeface="Calibri" panose="020F0502020204030204" pitchFamily="34" charset="0"/>
              <a:cs typeface="Calibri" panose="020F0502020204030204" pitchFamily="34" charset="0"/>
            </a:endParaRPr>
          </a:p>
        </p:txBody>
      </p:sp>
      <p:sp>
        <p:nvSpPr>
          <p:cNvPr id="2" name="TextBox 1"/>
          <p:cNvSpPr txBox="1"/>
          <p:nvPr/>
        </p:nvSpPr>
        <p:spPr>
          <a:xfrm>
            <a:off x="504000" y="1265237"/>
            <a:ext cx="8727312" cy="923330"/>
          </a:xfrm>
          <a:prstGeom prst="rect">
            <a:avLst/>
          </a:prstGeom>
          <a:noFill/>
        </p:spPr>
        <p:txBody>
          <a:bodyPr wrap="square" rtlCol="0">
            <a:spAutoFit/>
          </a:bodyPr>
          <a:lstStyle/>
          <a:p>
            <a:r>
              <a:rPr lang="en-US" sz="3600" b="1">
                <a:latin typeface="Calibri" panose="020F0502020204030204" pitchFamily="34" charset="0"/>
                <a:cs typeface="Calibri" panose="020F0502020204030204" pitchFamily="34" charset="0"/>
              </a:rPr>
              <a:t>The SQL Statement</a:t>
            </a:r>
            <a:endParaRPr lang="en-US" sz="3600">
              <a:latin typeface="Calibri" panose="020F0502020204030204" pitchFamily="34" charset="0"/>
              <a:cs typeface="Calibri" panose="020F0502020204030204" pitchFamily="34" charset="0"/>
            </a:endParaRPr>
          </a:p>
          <a:p>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CustomShape 1"/>
          <p:cNvSpPr/>
          <p:nvPr/>
        </p:nvSpPr>
        <p:spPr>
          <a:xfrm>
            <a:off x="504000" y="301320"/>
            <a:ext cx="9070560" cy="1261080"/>
          </a:xfrm>
          <a:prstGeom prst="rect">
            <a:avLst/>
          </a:prstGeom>
          <a:noFill/>
          <a:ln>
            <a:noFill/>
          </a:ln>
        </p:spPr>
        <p:txBody>
          <a:bodyPr lIns="0" tIns="0" rIns="0" bIns="0" anchor="ctr"/>
          <a:lstStyle/>
          <a:p>
            <a:pPr>
              <a:lnSpc>
                <a:spcPct val="100000"/>
              </a:lnSpc>
              <a:buSzPct val="45000"/>
            </a:pPr>
            <a:r>
              <a:rPr lang="en-IN" sz="3600" b="1">
                <a:latin typeface="Calibri" panose="020F0502020204030204" pitchFamily="34" charset="0"/>
                <a:cs typeface="Calibri" panose="020F0502020204030204" pitchFamily="34" charset="0"/>
              </a:rPr>
              <a:t>The SQL DROP DATABASE Statement</a:t>
            </a:r>
            <a:endParaRPr>
              <a:latin typeface="Calibri" panose="020F0502020204030204" pitchFamily="34" charset="0"/>
              <a:cs typeface="Calibri" panose="020F0502020204030204" pitchFamily="34" charset="0"/>
            </a:endParaRPr>
          </a:p>
        </p:txBody>
      </p:sp>
      <p:sp>
        <p:nvSpPr>
          <p:cNvPr id="112" name="CustomShape 2"/>
          <p:cNvSpPr/>
          <p:nvPr/>
        </p:nvSpPr>
        <p:spPr>
          <a:xfrm>
            <a:off x="648000" y="1663920"/>
            <a:ext cx="9070560" cy="5607000"/>
          </a:xfrm>
          <a:prstGeom prst="rect">
            <a:avLst/>
          </a:prstGeom>
          <a:noFill/>
          <a:ln>
            <a:noFill/>
          </a:ln>
        </p:spPr>
        <p:txBody>
          <a:bodyPr lIns="0" tIns="0" rIns="0" bIns="0"/>
          <a:lstStyle/>
          <a:p>
            <a:pPr marL="457200" indent="-457200" algn="just">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The DROP DATABASE statement is used to drop an existing SQL database.</a:t>
            </a:r>
          </a:p>
          <a:p>
            <a:pPr marL="457200" indent="-457200" algn="just">
              <a:lnSpc>
                <a:spcPct val="100000"/>
              </a:lnSpc>
              <a:buSzPct val="45000"/>
              <a:buFont typeface="Wingdings" panose="05000000000000000000" pitchFamily="2" charset="2"/>
              <a:buChar char="§"/>
            </a:pPr>
            <a:endParaRPr sz="3200">
              <a:latin typeface="Calibri" panose="020F0502020204030204" pitchFamily="34" charset="0"/>
              <a:cs typeface="Calibri" panose="020F0502020204030204" pitchFamily="34" charset="0"/>
            </a:endParaRPr>
          </a:p>
          <a:p>
            <a:pPr marL="457200" indent="-457200" algn="just">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Syntax</a:t>
            </a:r>
          </a:p>
          <a:p>
            <a:pPr algn="just">
              <a:lnSpc>
                <a:spcPct val="100000"/>
              </a:lnSpc>
              <a:buSzPct val="45000"/>
            </a:pPr>
            <a:endParaRPr sz="3200">
              <a:latin typeface="Calibri" panose="020F0502020204030204" pitchFamily="34" charset="0"/>
              <a:cs typeface="Calibri" panose="020F0502020204030204" pitchFamily="34" charset="0"/>
            </a:endParaRPr>
          </a:p>
          <a:p>
            <a:pPr lvl="2" algn="just">
              <a:lnSpc>
                <a:spcPct val="100000"/>
              </a:lnSpc>
              <a:buSzPct val="45000"/>
            </a:pPr>
            <a:r>
              <a:rPr lang="en-IN" sz="3200" b="1">
                <a:latin typeface="Calibri" panose="020F0502020204030204" pitchFamily="34" charset="0"/>
                <a:cs typeface="Calibri" panose="020F0502020204030204" pitchFamily="34" charset="0"/>
              </a:rPr>
              <a:t>DROP DATABASE </a:t>
            </a:r>
            <a:r>
              <a:rPr lang="en-IN" sz="3200" b="1" err="1">
                <a:latin typeface="Calibri" panose="020F0502020204030204" pitchFamily="34" charset="0"/>
                <a:cs typeface="Calibri" panose="020F0502020204030204" pitchFamily="34" charset="0"/>
              </a:rPr>
              <a:t>databasename</a:t>
            </a:r>
            <a:r>
              <a:rPr lang="en-IN" sz="3200" b="1">
                <a:latin typeface="Calibri" panose="020F0502020204030204" pitchFamily="34" charset="0"/>
                <a:cs typeface="Calibri" panose="020F0502020204030204" pitchFamily="34" charset="0"/>
              </a:rPr>
              <a:t>;</a:t>
            </a:r>
            <a:endParaRPr lang="en-IN" sz="3200">
              <a:latin typeface="Calibri" panose="020F0502020204030204" pitchFamily="34" charset="0"/>
              <a:cs typeface="Calibri" panose="020F0502020204030204" pitchFamily="34" charset="0"/>
            </a:endParaRPr>
          </a:p>
          <a:p>
            <a:pPr algn="just">
              <a:lnSpc>
                <a:spcPct val="100000"/>
              </a:lnSpc>
              <a:buSzPct val="45000"/>
            </a:pPr>
            <a:endParaRPr lang="en-IN" sz="3200">
              <a:latin typeface="Calibri" panose="020F0502020204030204" pitchFamily="34" charset="0"/>
              <a:cs typeface="Calibri" panose="020F0502020204030204" pitchFamily="34" charset="0"/>
            </a:endParaRPr>
          </a:p>
          <a:p>
            <a:pPr marL="457200" indent="-457200" algn="just">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Be careful before dropping a database. Deleting a database will result in loss of complete information stored in the database!</a:t>
            </a:r>
            <a:endParaRPr sz="3200">
              <a:latin typeface="Calibri" panose="020F0502020204030204" pitchFamily="34" charset="0"/>
              <a:cs typeface="Calibri" panose="020F0502020204030204" pitchFamily="34" charset="0"/>
            </a:endParaRPr>
          </a:p>
          <a:p>
            <a:pPr>
              <a:lnSpc>
                <a:spcPct val="100000"/>
              </a:lnSpc>
            </a:pPr>
            <a:endParaRPr>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CustomShape 1"/>
          <p:cNvSpPr/>
          <p:nvPr/>
        </p:nvSpPr>
        <p:spPr>
          <a:xfrm>
            <a:off x="504000" y="301320"/>
            <a:ext cx="9070560" cy="1261080"/>
          </a:xfrm>
          <a:prstGeom prst="rect">
            <a:avLst/>
          </a:prstGeom>
          <a:noFill/>
          <a:ln>
            <a:noFill/>
          </a:ln>
        </p:spPr>
        <p:txBody>
          <a:bodyPr lIns="0" tIns="0" rIns="0" bIns="0" anchor="ctr"/>
          <a:lstStyle/>
          <a:p>
            <a:pPr>
              <a:lnSpc>
                <a:spcPct val="100000"/>
              </a:lnSpc>
              <a:buSzPct val="45000"/>
            </a:pPr>
            <a:r>
              <a:rPr lang="en-IN" sz="3600" b="1">
                <a:latin typeface="Calibri" panose="020F0502020204030204" pitchFamily="34" charset="0"/>
                <a:cs typeface="Calibri" panose="020F0502020204030204" pitchFamily="34" charset="0"/>
              </a:rPr>
              <a:t>The SQL DROP DATABASE Statement</a:t>
            </a:r>
            <a:endParaRPr>
              <a:latin typeface="Calibri" panose="020F0502020204030204" pitchFamily="34" charset="0"/>
              <a:cs typeface="Calibri" panose="020F0502020204030204" pitchFamily="34" charset="0"/>
            </a:endParaRPr>
          </a:p>
        </p:txBody>
      </p:sp>
      <p:sp>
        <p:nvSpPr>
          <p:cNvPr id="112" name="CustomShape 2"/>
          <p:cNvSpPr/>
          <p:nvPr/>
        </p:nvSpPr>
        <p:spPr>
          <a:xfrm>
            <a:off x="648000" y="1663920"/>
            <a:ext cx="9070560" cy="5607000"/>
          </a:xfrm>
          <a:prstGeom prst="rect">
            <a:avLst/>
          </a:prstGeom>
          <a:noFill/>
          <a:ln>
            <a:noFill/>
          </a:ln>
        </p:spPr>
        <p:txBody>
          <a:bodyPr lIns="0" tIns="0" rIns="0" bIns="0"/>
          <a:lstStyle/>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The SQL statement drops the existing database "</a:t>
            </a:r>
            <a:r>
              <a:rPr lang="en-IN" sz="3200" err="1">
                <a:latin typeface="Calibri" panose="020F0502020204030204" pitchFamily="34" charset="0"/>
                <a:cs typeface="Calibri" panose="020F0502020204030204" pitchFamily="34" charset="0"/>
              </a:rPr>
              <a:t>testDB</a:t>
            </a:r>
            <a:r>
              <a:rPr lang="en-IN" sz="3200">
                <a:latin typeface="Calibri" panose="020F0502020204030204" pitchFamily="34" charset="0"/>
                <a:cs typeface="Calibri" panose="020F0502020204030204" pitchFamily="34" charset="0"/>
              </a:rPr>
              <a:t>":</a:t>
            </a:r>
            <a:endParaRPr sz="3200">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endParaRPr lang="en-IN" sz="3200">
              <a:latin typeface="Calibri" panose="020F0502020204030204" pitchFamily="34" charset="0"/>
              <a:cs typeface="Calibri" panose="020F0502020204030204" pitchFamily="34" charset="0"/>
            </a:endParaRPr>
          </a:p>
          <a:p>
            <a:pPr>
              <a:lnSpc>
                <a:spcPct val="100000"/>
              </a:lnSpc>
              <a:buSzPct val="45000"/>
            </a:pPr>
            <a:r>
              <a:rPr lang="en-IN" sz="3200">
                <a:latin typeface="Calibri" panose="020F0502020204030204" pitchFamily="34" charset="0"/>
                <a:cs typeface="Calibri" panose="020F0502020204030204" pitchFamily="34" charset="0"/>
              </a:rPr>
              <a:t>Example</a:t>
            </a:r>
          </a:p>
          <a:p>
            <a:pPr>
              <a:lnSpc>
                <a:spcPct val="100000"/>
              </a:lnSpc>
              <a:buSzPct val="45000"/>
            </a:pPr>
            <a:endParaRPr lang="en-IN" sz="3200">
              <a:latin typeface="Calibri" panose="020F0502020204030204" pitchFamily="34" charset="0"/>
              <a:cs typeface="Calibri" panose="020F0502020204030204" pitchFamily="34" charset="0"/>
            </a:endParaRPr>
          </a:p>
          <a:p>
            <a:pPr lvl="2">
              <a:lnSpc>
                <a:spcPct val="100000"/>
              </a:lnSpc>
              <a:buSzPct val="45000"/>
            </a:pPr>
            <a:r>
              <a:rPr lang="en-IN" sz="3200" b="1">
                <a:latin typeface="Calibri" panose="020F0502020204030204" pitchFamily="34" charset="0"/>
                <a:cs typeface="Calibri" panose="020F0502020204030204" pitchFamily="34" charset="0"/>
              </a:rPr>
              <a:t>DROP DATABASE </a:t>
            </a:r>
            <a:r>
              <a:rPr lang="en-IN" sz="3200" b="1" err="1">
                <a:latin typeface="Calibri" panose="020F0502020204030204" pitchFamily="34" charset="0"/>
                <a:cs typeface="Calibri" panose="020F0502020204030204" pitchFamily="34" charset="0"/>
              </a:rPr>
              <a:t>testDB</a:t>
            </a:r>
            <a:r>
              <a:rPr lang="en-IN" sz="3200" b="1">
                <a:latin typeface="Calibri" panose="020F0502020204030204" pitchFamily="34" charset="0"/>
                <a:cs typeface="Calibri" panose="020F0502020204030204" pitchFamily="34" charset="0"/>
              </a:rPr>
              <a:t>;</a:t>
            </a:r>
          </a:p>
          <a:p>
            <a:pPr lvl="2">
              <a:lnSpc>
                <a:spcPct val="100000"/>
              </a:lnSpc>
              <a:buSzPct val="45000"/>
            </a:pPr>
            <a:endParaRPr sz="3200">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Make sure you have admin privilege before dropping any database. Once a database is dropped, you can check it in the list of databases with the SQL command: SHOW DATABASES</a:t>
            </a:r>
            <a:r>
              <a:rPr lang="en-IN" sz="3200">
                <a:latin typeface="Arial"/>
              </a:rPr>
              <a:t>;</a:t>
            </a:r>
            <a:endParaRPr sz="3200"/>
          </a:p>
          <a:p>
            <a:pPr>
              <a:lnSpc>
                <a:spcPct val="100000"/>
              </a:lnSpc>
            </a:pPr>
            <a:endParaRPr sz="3200"/>
          </a:p>
        </p:txBody>
      </p:sp>
    </p:spTree>
    <p:extLst>
      <p:ext uri="{BB962C8B-B14F-4D97-AF65-F5344CB8AC3E}">
        <p14:creationId xmlns:p14="http://schemas.microsoft.com/office/powerpoint/2010/main" val="228682750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CustomShape 1"/>
          <p:cNvSpPr/>
          <p:nvPr/>
        </p:nvSpPr>
        <p:spPr>
          <a:xfrm>
            <a:off x="504000" y="301320"/>
            <a:ext cx="9070560" cy="1261080"/>
          </a:xfrm>
          <a:prstGeom prst="rect">
            <a:avLst/>
          </a:prstGeom>
          <a:noFill/>
          <a:ln>
            <a:noFill/>
          </a:ln>
        </p:spPr>
        <p:txBody>
          <a:bodyPr lIns="0" tIns="0" rIns="0" bIns="0" anchor="ctr"/>
          <a:lstStyle/>
          <a:p>
            <a:pPr>
              <a:lnSpc>
                <a:spcPct val="100000"/>
              </a:lnSpc>
              <a:buSzPct val="45000"/>
            </a:pPr>
            <a:r>
              <a:rPr lang="en-IN" sz="3600" b="1">
                <a:latin typeface="Calibri" panose="020F0502020204030204" pitchFamily="34" charset="0"/>
                <a:cs typeface="Calibri" panose="020F0502020204030204" pitchFamily="34" charset="0"/>
              </a:rPr>
              <a:t>The SQL CREATE TABLE Statement</a:t>
            </a:r>
            <a:endParaRPr sz="3600">
              <a:latin typeface="Calibri" panose="020F0502020204030204" pitchFamily="34" charset="0"/>
              <a:cs typeface="Calibri" panose="020F0502020204030204" pitchFamily="34" charset="0"/>
            </a:endParaRPr>
          </a:p>
        </p:txBody>
      </p:sp>
      <p:sp>
        <p:nvSpPr>
          <p:cNvPr id="114" name="CustomShape 2"/>
          <p:cNvSpPr/>
          <p:nvPr/>
        </p:nvSpPr>
        <p:spPr>
          <a:xfrm>
            <a:off x="504000" y="1417637"/>
            <a:ext cx="9070560" cy="4734403"/>
          </a:xfrm>
          <a:prstGeom prst="rect">
            <a:avLst/>
          </a:prstGeom>
          <a:noFill/>
          <a:ln>
            <a:noFill/>
          </a:ln>
        </p:spPr>
        <p:txBody>
          <a:bodyPr lIns="0" tIns="0" rIns="0" bIns="0"/>
          <a:lstStyle/>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The CREATE TABLE statement is used to create a new table in a database</a:t>
            </a:r>
            <a:r>
              <a:rPr lang="en-IN" sz="2600">
                <a:latin typeface="Calibri" panose="020F0502020204030204" pitchFamily="34" charset="0"/>
                <a:cs typeface="Calibri" panose="020F0502020204030204" pitchFamily="34" charset="0"/>
              </a:rPr>
              <a:t>.</a:t>
            </a:r>
            <a:endParaRPr>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r>
              <a:rPr lang="en-IN" sz="2600">
                <a:latin typeface="Calibri" panose="020F0502020204030204" pitchFamily="34" charset="0"/>
                <a:cs typeface="Calibri" panose="020F0502020204030204" pitchFamily="34" charset="0"/>
              </a:rPr>
              <a:t>Syntax</a:t>
            </a:r>
            <a:endParaRPr>
              <a:latin typeface="Calibri" panose="020F0502020204030204" pitchFamily="34" charset="0"/>
              <a:cs typeface="Calibri" panose="020F0502020204030204" pitchFamily="34" charset="0"/>
            </a:endParaRPr>
          </a:p>
          <a:p>
            <a:pPr lvl="3">
              <a:lnSpc>
                <a:spcPct val="100000"/>
              </a:lnSpc>
              <a:buSzPct val="75000"/>
            </a:pPr>
            <a:r>
              <a:rPr lang="en-IN" sz="2600" b="1">
                <a:latin typeface="Calibri" panose="020F0502020204030204" pitchFamily="34" charset="0"/>
                <a:cs typeface="Calibri" panose="020F0502020204030204" pitchFamily="34" charset="0"/>
              </a:rPr>
              <a:t>CREATE TABLE </a:t>
            </a:r>
            <a:r>
              <a:rPr lang="en-IN" sz="2600" b="1" err="1">
                <a:latin typeface="Calibri" panose="020F0502020204030204" pitchFamily="34" charset="0"/>
                <a:cs typeface="Calibri" panose="020F0502020204030204" pitchFamily="34" charset="0"/>
              </a:rPr>
              <a:t>table_name</a:t>
            </a:r>
            <a:r>
              <a:rPr lang="en-IN" sz="2600" b="1">
                <a:latin typeface="Calibri" panose="020F0502020204030204" pitchFamily="34" charset="0"/>
                <a:cs typeface="Calibri" panose="020F0502020204030204" pitchFamily="34" charset="0"/>
              </a:rPr>
              <a:t> (</a:t>
            </a:r>
            <a:endParaRPr>
              <a:latin typeface="Calibri" panose="020F0502020204030204" pitchFamily="34" charset="0"/>
              <a:cs typeface="Calibri" panose="020F0502020204030204" pitchFamily="34" charset="0"/>
            </a:endParaRPr>
          </a:p>
          <a:p>
            <a:pPr lvl="2">
              <a:lnSpc>
                <a:spcPct val="100000"/>
              </a:lnSpc>
              <a:buSzPct val="45000"/>
            </a:pPr>
            <a:r>
              <a:rPr lang="en-IN" sz="2600" b="1">
                <a:latin typeface="Calibri" panose="020F0502020204030204" pitchFamily="34" charset="0"/>
                <a:cs typeface="Calibri" panose="020F0502020204030204" pitchFamily="34" charset="0"/>
              </a:rPr>
              <a:t>                        column1 datatype,</a:t>
            </a:r>
            <a:endParaRPr>
              <a:latin typeface="Calibri" panose="020F0502020204030204" pitchFamily="34" charset="0"/>
              <a:cs typeface="Calibri" panose="020F0502020204030204" pitchFamily="34" charset="0"/>
            </a:endParaRPr>
          </a:p>
          <a:p>
            <a:pPr lvl="2">
              <a:lnSpc>
                <a:spcPct val="100000"/>
              </a:lnSpc>
              <a:buSzPct val="45000"/>
            </a:pPr>
            <a:r>
              <a:rPr lang="en-IN" sz="2600" b="1">
                <a:latin typeface="Calibri" panose="020F0502020204030204" pitchFamily="34" charset="0"/>
                <a:cs typeface="Calibri" panose="020F0502020204030204" pitchFamily="34" charset="0"/>
              </a:rPr>
              <a:t>                        column2 datatype,</a:t>
            </a:r>
            <a:endParaRPr>
              <a:latin typeface="Calibri" panose="020F0502020204030204" pitchFamily="34" charset="0"/>
              <a:cs typeface="Calibri" panose="020F0502020204030204" pitchFamily="34" charset="0"/>
            </a:endParaRPr>
          </a:p>
          <a:p>
            <a:pPr lvl="2">
              <a:lnSpc>
                <a:spcPct val="100000"/>
              </a:lnSpc>
              <a:buSzPct val="45000"/>
            </a:pPr>
            <a:r>
              <a:rPr lang="en-IN" sz="2600" b="1">
                <a:latin typeface="Calibri" panose="020F0502020204030204" pitchFamily="34" charset="0"/>
                <a:cs typeface="Calibri" panose="020F0502020204030204" pitchFamily="34" charset="0"/>
              </a:rPr>
              <a:t>                        column3 datatype,                                  </a:t>
            </a:r>
          </a:p>
          <a:p>
            <a:pPr lvl="2">
              <a:lnSpc>
                <a:spcPct val="100000"/>
              </a:lnSpc>
              <a:buSzPct val="45000"/>
            </a:pPr>
            <a:r>
              <a:rPr lang="en-IN" sz="2600" b="1">
                <a:latin typeface="Calibri" panose="020F0502020204030204" pitchFamily="34" charset="0"/>
                <a:cs typeface="Calibri" panose="020F0502020204030204" pitchFamily="34" charset="0"/>
              </a:rPr>
              <a:t>                        ... );</a:t>
            </a:r>
            <a:endParaRPr>
              <a:latin typeface="Calibri" panose="020F0502020204030204" pitchFamily="34" charset="0"/>
              <a:cs typeface="Calibri" panose="020F0502020204030204" pitchFamily="34" charset="0"/>
            </a:endParaRPr>
          </a:p>
          <a:p>
            <a:pPr>
              <a:lnSpc>
                <a:spcPct val="100000"/>
              </a:lnSpc>
            </a:pPr>
            <a:endParaRPr>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r>
              <a:rPr lang="en-IN" sz="2600">
                <a:latin typeface="Calibri" panose="020F0502020204030204" pitchFamily="34" charset="0"/>
                <a:cs typeface="Calibri" panose="020F0502020204030204" pitchFamily="34" charset="0"/>
              </a:rPr>
              <a:t>The column parameters specify the names of the columns of the table.</a:t>
            </a:r>
            <a:endParaRPr>
              <a:latin typeface="Calibri" panose="020F0502020204030204" pitchFamily="34" charset="0"/>
              <a:cs typeface="Calibri" panose="020F0502020204030204" pitchFamily="34" charset="0"/>
            </a:endParaRPr>
          </a:p>
          <a:p>
            <a:pPr>
              <a:lnSpc>
                <a:spcPct val="100000"/>
              </a:lnSpc>
            </a:pPr>
            <a:endParaRPr>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r>
              <a:rPr lang="en-IN" sz="2600">
                <a:latin typeface="Calibri" panose="020F0502020204030204" pitchFamily="34" charset="0"/>
                <a:cs typeface="Calibri" panose="020F0502020204030204" pitchFamily="34" charset="0"/>
              </a:rPr>
              <a:t>The datatype parameter specifies the type of data the column can hold (e.g. varchar, integer, date, etc.).</a:t>
            </a:r>
            <a:endParaRPr>
              <a:latin typeface="Calibri" panose="020F0502020204030204" pitchFamily="34" charset="0"/>
              <a:cs typeface="Calibri" panose="020F0502020204030204" pitchFamily="34" charset="0"/>
            </a:endParaRPr>
          </a:p>
          <a:p>
            <a:pPr>
              <a:lnSpc>
                <a:spcPct val="100000"/>
              </a:lnSpc>
            </a:pPr>
            <a:endParaRPr>
              <a:latin typeface="Calibri" panose="020F0502020204030204" pitchFamily="34" charset="0"/>
              <a:cs typeface="Calibri" panose="020F0502020204030204" pitchFamily="34" charset="0"/>
            </a:endParaRPr>
          </a:p>
          <a:p>
            <a:pPr>
              <a:lnSpc>
                <a:spcPct val="100000"/>
              </a:lnSpc>
            </a:pPr>
            <a:endParaRPr>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ustomShape 1"/>
          <p:cNvSpPr/>
          <p:nvPr/>
        </p:nvSpPr>
        <p:spPr>
          <a:xfrm>
            <a:off x="504000" y="301320"/>
            <a:ext cx="9070560" cy="1261080"/>
          </a:xfrm>
          <a:prstGeom prst="rect">
            <a:avLst/>
          </a:prstGeom>
          <a:noFill/>
          <a:ln>
            <a:noFill/>
          </a:ln>
        </p:spPr>
        <p:txBody>
          <a:bodyPr lIns="0" tIns="0" rIns="0" bIns="0" anchor="ctr"/>
          <a:lstStyle/>
          <a:p>
            <a:pPr>
              <a:lnSpc>
                <a:spcPct val="100000"/>
              </a:lnSpc>
              <a:buSzPct val="45000"/>
            </a:pPr>
            <a:r>
              <a:rPr lang="en-IN" sz="3600" b="1">
                <a:latin typeface="Calibri" panose="020F0502020204030204" pitchFamily="34" charset="0"/>
                <a:cs typeface="Calibri" panose="020F0502020204030204" pitchFamily="34" charset="0"/>
              </a:rPr>
              <a:t>SQL CREATE TABLE Example</a:t>
            </a:r>
            <a:endParaRPr sz="3600">
              <a:latin typeface="Calibri" panose="020F0502020204030204" pitchFamily="34" charset="0"/>
              <a:cs typeface="Calibri" panose="020F0502020204030204" pitchFamily="34" charset="0"/>
            </a:endParaRPr>
          </a:p>
        </p:txBody>
      </p:sp>
      <p:sp>
        <p:nvSpPr>
          <p:cNvPr id="116" name="CustomShape 2"/>
          <p:cNvSpPr/>
          <p:nvPr/>
        </p:nvSpPr>
        <p:spPr>
          <a:xfrm>
            <a:off x="504000" y="1769040"/>
            <a:ext cx="9070560" cy="4383000"/>
          </a:xfrm>
          <a:prstGeom prst="rect">
            <a:avLst/>
          </a:prstGeom>
          <a:noFill/>
          <a:ln>
            <a:noFill/>
          </a:ln>
        </p:spPr>
        <p:txBody>
          <a:bodyPr lIns="0" tIns="0" rIns="0" bIns="0"/>
          <a:lstStyle/>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Creates a table called "Persons" that contains five columns: </a:t>
            </a:r>
            <a:r>
              <a:rPr lang="en-IN" sz="3200" err="1">
                <a:latin typeface="Calibri" panose="020F0502020204030204" pitchFamily="34" charset="0"/>
                <a:cs typeface="Calibri" panose="020F0502020204030204" pitchFamily="34" charset="0"/>
              </a:rPr>
              <a:t>PersonID</a:t>
            </a:r>
            <a:r>
              <a:rPr lang="en-IN" sz="3200">
                <a:latin typeface="Calibri" panose="020F0502020204030204" pitchFamily="34" charset="0"/>
                <a:cs typeface="Calibri" panose="020F0502020204030204" pitchFamily="34" charset="0"/>
              </a:rPr>
              <a:t>, </a:t>
            </a:r>
            <a:r>
              <a:rPr lang="en-IN" sz="3200" err="1">
                <a:latin typeface="Calibri" panose="020F0502020204030204" pitchFamily="34" charset="0"/>
                <a:cs typeface="Calibri" panose="020F0502020204030204" pitchFamily="34" charset="0"/>
              </a:rPr>
              <a:t>LastName</a:t>
            </a:r>
            <a:r>
              <a:rPr lang="en-IN" sz="3200">
                <a:latin typeface="Calibri" panose="020F0502020204030204" pitchFamily="34" charset="0"/>
                <a:cs typeface="Calibri" panose="020F0502020204030204" pitchFamily="34" charset="0"/>
              </a:rPr>
              <a:t>, </a:t>
            </a:r>
            <a:r>
              <a:rPr lang="en-IN" sz="3200" err="1">
                <a:latin typeface="Calibri" panose="020F0502020204030204" pitchFamily="34" charset="0"/>
                <a:cs typeface="Calibri" panose="020F0502020204030204" pitchFamily="34" charset="0"/>
              </a:rPr>
              <a:t>FirstName</a:t>
            </a:r>
            <a:r>
              <a:rPr lang="en-IN" sz="3200">
                <a:latin typeface="Calibri" panose="020F0502020204030204" pitchFamily="34" charset="0"/>
                <a:cs typeface="Calibri" panose="020F0502020204030204" pitchFamily="34" charset="0"/>
              </a:rPr>
              <a:t>, Address, and City</a:t>
            </a:r>
            <a:endParaRPr>
              <a:latin typeface="Calibri" panose="020F0502020204030204" pitchFamily="34" charset="0"/>
              <a:cs typeface="Calibri" panose="020F0502020204030204" pitchFamily="34" charset="0"/>
            </a:endParaRPr>
          </a:p>
          <a:p>
            <a:pPr>
              <a:lnSpc>
                <a:spcPct val="100000"/>
              </a:lnSpc>
              <a:buSzPct val="45000"/>
              <a:buFont typeface="StarSymbol"/>
              <a:buChar char="l"/>
            </a:pPr>
            <a:endParaRPr lang="en-IN" sz="3200">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CREATE TABLE Persons (  </a:t>
            </a:r>
            <a:r>
              <a:rPr lang="en-IN" sz="3200" err="1">
                <a:latin typeface="Calibri" panose="020F0502020204030204" pitchFamily="34" charset="0"/>
                <a:cs typeface="Calibri" panose="020F0502020204030204" pitchFamily="34" charset="0"/>
              </a:rPr>
              <a:t>PersonID</a:t>
            </a:r>
            <a:r>
              <a:rPr lang="en-IN" sz="3200">
                <a:latin typeface="Calibri" panose="020F0502020204030204" pitchFamily="34" charset="0"/>
                <a:cs typeface="Calibri" panose="020F0502020204030204" pitchFamily="34" charset="0"/>
              </a:rPr>
              <a:t> </a:t>
            </a:r>
            <a:r>
              <a:rPr lang="en-IN" sz="3200" err="1">
                <a:latin typeface="Calibri" panose="020F0502020204030204" pitchFamily="34" charset="0"/>
                <a:cs typeface="Calibri" panose="020F0502020204030204" pitchFamily="34" charset="0"/>
              </a:rPr>
              <a:t>int</a:t>
            </a:r>
            <a:r>
              <a:rPr lang="en-IN" sz="3200">
                <a:latin typeface="Calibri" panose="020F0502020204030204" pitchFamily="34" charset="0"/>
                <a:cs typeface="Calibri" panose="020F0502020204030204" pitchFamily="34" charset="0"/>
              </a:rPr>
              <a:t>,</a:t>
            </a:r>
            <a:endParaRPr>
              <a:latin typeface="Calibri" panose="020F0502020204030204" pitchFamily="34" charset="0"/>
              <a:cs typeface="Calibri" panose="020F0502020204030204" pitchFamily="34" charset="0"/>
            </a:endParaRPr>
          </a:p>
          <a:p>
            <a:pPr>
              <a:lnSpc>
                <a:spcPct val="100000"/>
              </a:lnSpc>
              <a:buSzPct val="45000"/>
            </a:pPr>
            <a:r>
              <a:rPr lang="en-IN" sz="3200">
                <a:latin typeface="Calibri" panose="020F0502020204030204" pitchFamily="34" charset="0"/>
                <a:cs typeface="Calibri" panose="020F0502020204030204" pitchFamily="34" charset="0"/>
              </a:rPr>
              <a:t>				</a:t>
            </a:r>
            <a:r>
              <a:rPr lang="en-IN" sz="3200" err="1">
                <a:latin typeface="Calibri" panose="020F0502020204030204" pitchFamily="34" charset="0"/>
                <a:cs typeface="Calibri" panose="020F0502020204030204" pitchFamily="34" charset="0"/>
              </a:rPr>
              <a:t>LastName</a:t>
            </a:r>
            <a:r>
              <a:rPr lang="en-IN" sz="3200">
                <a:latin typeface="Calibri" panose="020F0502020204030204" pitchFamily="34" charset="0"/>
                <a:cs typeface="Calibri" panose="020F0502020204030204" pitchFamily="34" charset="0"/>
              </a:rPr>
              <a:t> varchar(255),</a:t>
            </a:r>
            <a:endParaRPr>
              <a:latin typeface="Calibri" panose="020F0502020204030204" pitchFamily="34" charset="0"/>
              <a:cs typeface="Calibri" panose="020F0502020204030204" pitchFamily="34" charset="0"/>
            </a:endParaRPr>
          </a:p>
          <a:p>
            <a:pPr>
              <a:lnSpc>
                <a:spcPct val="100000"/>
              </a:lnSpc>
              <a:buSzPct val="45000"/>
            </a:pPr>
            <a:r>
              <a:rPr lang="en-IN" sz="3200">
                <a:latin typeface="Calibri" panose="020F0502020204030204" pitchFamily="34" charset="0"/>
                <a:cs typeface="Calibri" panose="020F0502020204030204" pitchFamily="34" charset="0"/>
              </a:rPr>
              <a:t>				</a:t>
            </a:r>
            <a:r>
              <a:rPr lang="en-IN" sz="3200" err="1">
                <a:latin typeface="Calibri" panose="020F0502020204030204" pitchFamily="34" charset="0"/>
                <a:cs typeface="Calibri" panose="020F0502020204030204" pitchFamily="34" charset="0"/>
              </a:rPr>
              <a:t>FirstName</a:t>
            </a:r>
            <a:r>
              <a:rPr lang="en-IN" sz="3200">
                <a:latin typeface="Calibri" panose="020F0502020204030204" pitchFamily="34" charset="0"/>
                <a:cs typeface="Calibri" panose="020F0502020204030204" pitchFamily="34" charset="0"/>
              </a:rPr>
              <a:t> varchar(255),</a:t>
            </a:r>
            <a:endParaRPr>
              <a:latin typeface="Calibri" panose="020F0502020204030204" pitchFamily="34" charset="0"/>
              <a:cs typeface="Calibri" panose="020F0502020204030204" pitchFamily="34" charset="0"/>
            </a:endParaRPr>
          </a:p>
          <a:p>
            <a:pPr>
              <a:lnSpc>
                <a:spcPct val="100000"/>
              </a:lnSpc>
              <a:buSzPct val="45000"/>
            </a:pPr>
            <a:r>
              <a:rPr lang="en-IN" sz="3200">
                <a:latin typeface="Calibri" panose="020F0502020204030204" pitchFamily="34" charset="0"/>
                <a:cs typeface="Calibri" panose="020F0502020204030204" pitchFamily="34" charset="0"/>
              </a:rPr>
              <a:t>				Address varchar(255),</a:t>
            </a:r>
            <a:endParaRPr>
              <a:latin typeface="Calibri" panose="020F0502020204030204" pitchFamily="34" charset="0"/>
              <a:cs typeface="Calibri" panose="020F0502020204030204" pitchFamily="34" charset="0"/>
            </a:endParaRPr>
          </a:p>
          <a:p>
            <a:pPr>
              <a:lnSpc>
                <a:spcPct val="100000"/>
              </a:lnSpc>
              <a:buSzPct val="45000"/>
            </a:pPr>
            <a:r>
              <a:rPr lang="en-IN" sz="3200">
                <a:latin typeface="Calibri" panose="020F0502020204030204" pitchFamily="34" charset="0"/>
                <a:cs typeface="Calibri" panose="020F0502020204030204" pitchFamily="34" charset="0"/>
              </a:rPr>
              <a:t>				City varchar(255)</a:t>
            </a:r>
            <a:endParaRPr>
              <a:latin typeface="Calibri" panose="020F0502020204030204" pitchFamily="34" charset="0"/>
              <a:cs typeface="Calibri" panose="020F0502020204030204" pitchFamily="34" charset="0"/>
            </a:endParaRPr>
          </a:p>
          <a:p>
            <a:pPr>
              <a:lnSpc>
                <a:spcPct val="100000"/>
              </a:lnSpc>
              <a:buSzPct val="45000"/>
            </a:pPr>
            <a:r>
              <a:rPr lang="en-IN" sz="3200">
                <a:latin typeface="Calibri" panose="020F0502020204030204" pitchFamily="34" charset="0"/>
                <a:cs typeface="Calibri" panose="020F0502020204030204" pitchFamily="34" charset="0"/>
              </a:rPr>
              <a:t>);</a:t>
            </a:r>
            <a:endParaRPr>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CustomShape 1"/>
          <p:cNvSpPr/>
          <p:nvPr/>
        </p:nvSpPr>
        <p:spPr>
          <a:xfrm>
            <a:off x="504000" y="1800000"/>
            <a:ext cx="9142920" cy="4352040"/>
          </a:xfrm>
          <a:prstGeom prst="rect">
            <a:avLst/>
          </a:prstGeom>
          <a:noFill/>
          <a:ln>
            <a:noFill/>
          </a:ln>
        </p:spPr>
        <p:txBody>
          <a:bodyPr lIns="0" tIns="0" rIns="0" bIns="0"/>
          <a:lstStyle/>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The empty "Persons" table will now look like this:</a:t>
            </a:r>
          </a:p>
          <a:p>
            <a:pPr>
              <a:lnSpc>
                <a:spcPct val="100000"/>
              </a:lnSpc>
              <a:buSzPct val="45000"/>
            </a:pPr>
            <a:endParaRPr lang="en-IN" sz="3200">
              <a:latin typeface="Calibri" panose="020F0502020204030204" pitchFamily="34" charset="0"/>
              <a:cs typeface="Calibri" panose="020F0502020204030204" pitchFamily="34" charset="0"/>
            </a:endParaRPr>
          </a:p>
          <a:p>
            <a:pPr>
              <a:lnSpc>
                <a:spcPct val="100000"/>
              </a:lnSpc>
              <a:buSzPct val="45000"/>
            </a:pPr>
            <a:endParaRPr>
              <a:latin typeface="Calibri" panose="020F0502020204030204" pitchFamily="34" charset="0"/>
              <a:cs typeface="Calibri" panose="020F0502020204030204" pitchFamily="34" charset="0"/>
            </a:endParaRPr>
          </a:p>
          <a:p>
            <a:pPr>
              <a:lnSpc>
                <a:spcPct val="100000"/>
              </a:lnSpc>
              <a:buSzPct val="45000"/>
            </a:pPr>
            <a:r>
              <a:rPr lang="en-IN" sz="2800" err="1">
                <a:latin typeface="Calibri" panose="020F0502020204030204" pitchFamily="34" charset="0"/>
                <a:cs typeface="Calibri" panose="020F0502020204030204" pitchFamily="34" charset="0"/>
              </a:rPr>
              <a:t>PersonID</a:t>
            </a:r>
            <a:r>
              <a:rPr lang="en-IN" sz="2800">
                <a:latin typeface="Calibri" panose="020F0502020204030204" pitchFamily="34" charset="0"/>
                <a:cs typeface="Calibri" panose="020F0502020204030204" pitchFamily="34" charset="0"/>
              </a:rPr>
              <a:t> 	</a:t>
            </a:r>
            <a:r>
              <a:rPr lang="en-IN" sz="2800" err="1">
                <a:latin typeface="Calibri" panose="020F0502020204030204" pitchFamily="34" charset="0"/>
                <a:cs typeface="Calibri" panose="020F0502020204030204" pitchFamily="34" charset="0"/>
              </a:rPr>
              <a:t>LastName</a:t>
            </a:r>
            <a:r>
              <a:rPr lang="en-IN" sz="2800">
                <a:latin typeface="Calibri" panose="020F0502020204030204" pitchFamily="34" charset="0"/>
                <a:cs typeface="Calibri" panose="020F0502020204030204" pitchFamily="34" charset="0"/>
              </a:rPr>
              <a:t> 	</a:t>
            </a:r>
            <a:r>
              <a:rPr lang="en-IN" sz="2800" err="1">
                <a:latin typeface="Calibri" panose="020F0502020204030204" pitchFamily="34" charset="0"/>
                <a:cs typeface="Calibri" panose="020F0502020204030204" pitchFamily="34" charset="0"/>
              </a:rPr>
              <a:t>FirstName</a:t>
            </a:r>
            <a:r>
              <a:rPr lang="en-IN" sz="2800">
                <a:latin typeface="Calibri" panose="020F0502020204030204" pitchFamily="34" charset="0"/>
                <a:cs typeface="Calibri" panose="020F0502020204030204" pitchFamily="34" charset="0"/>
              </a:rPr>
              <a:t> 	Address 	City</a:t>
            </a:r>
          </a:p>
          <a:p>
            <a:pPr>
              <a:lnSpc>
                <a:spcPct val="100000"/>
              </a:lnSpc>
              <a:buSzPct val="45000"/>
            </a:pPr>
            <a:endParaRPr lang="en-IN" sz="2800">
              <a:latin typeface="Calibri" panose="020F0502020204030204" pitchFamily="34" charset="0"/>
              <a:cs typeface="Calibri" panose="020F0502020204030204" pitchFamily="34" charset="0"/>
            </a:endParaRPr>
          </a:p>
          <a:p>
            <a:pPr>
              <a:lnSpc>
                <a:spcPct val="100000"/>
              </a:lnSpc>
              <a:buSzPct val="45000"/>
            </a:pPr>
            <a:endParaRPr>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The empty "Persons" table can now be filled with data with the SQL INSERT INTO statement</a:t>
            </a:r>
            <a:endParaRPr>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CustomShape 1"/>
          <p:cNvSpPr/>
          <p:nvPr/>
        </p:nvSpPr>
        <p:spPr>
          <a:xfrm>
            <a:off x="504000" y="301320"/>
            <a:ext cx="9070560" cy="1261080"/>
          </a:xfrm>
          <a:prstGeom prst="rect">
            <a:avLst/>
          </a:prstGeom>
          <a:noFill/>
          <a:ln>
            <a:noFill/>
          </a:ln>
        </p:spPr>
        <p:txBody>
          <a:bodyPr lIns="0" tIns="0" rIns="0" bIns="0" anchor="ctr"/>
          <a:lstStyle/>
          <a:p>
            <a:pPr>
              <a:lnSpc>
                <a:spcPct val="100000"/>
              </a:lnSpc>
              <a:buSzPct val="45000"/>
            </a:pPr>
            <a:r>
              <a:rPr lang="en-IN" sz="3600" b="1">
                <a:latin typeface="Calibri" panose="020F0502020204030204" pitchFamily="34" charset="0"/>
                <a:cs typeface="Calibri" panose="020F0502020204030204" pitchFamily="34" charset="0"/>
              </a:rPr>
              <a:t>The SQL DROP TABLE Statement</a:t>
            </a:r>
            <a:endParaRPr sz="3600" b="1">
              <a:latin typeface="Calibri" panose="020F0502020204030204" pitchFamily="34" charset="0"/>
              <a:cs typeface="Calibri" panose="020F0502020204030204" pitchFamily="34" charset="0"/>
            </a:endParaRPr>
          </a:p>
        </p:txBody>
      </p:sp>
      <p:sp>
        <p:nvSpPr>
          <p:cNvPr id="119" name="CustomShape 2"/>
          <p:cNvSpPr/>
          <p:nvPr/>
        </p:nvSpPr>
        <p:spPr>
          <a:xfrm>
            <a:off x="504000" y="1769040"/>
            <a:ext cx="9070560" cy="4383000"/>
          </a:xfrm>
          <a:prstGeom prst="rect">
            <a:avLst/>
          </a:prstGeom>
          <a:noFill/>
          <a:ln>
            <a:noFill/>
          </a:ln>
        </p:spPr>
        <p:txBody>
          <a:bodyPr lIns="0" tIns="0" rIns="0" bIns="0"/>
          <a:lstStyle/>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The DROP TABLE statement is used to drop an existing table in a database.</a:t>
            </a:r>
            <a:endParaRPr>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Syntax</a:t>
            </a:r>
          </a:p>
          <a:p>
            <a:pPr marL="285750" indent="-285750">
              <a:lnSpc>
                <a:spcPct val="100000"/>
              </a:lnSpc>
              <a:buSzPct val="45000"/>
              <a:buFont typeface="Wingdings" panose="05000000000000000000" pitchFamily="2" charset="2"/>
              <a:buChar char="§"/>
            </a:pPr>
            <a:endParaRPr>
              <a:latin typeface="Calibri" panose="020F0502020204030204" pitchFamily="34" charset="0"/>
              <a:cs typeface="Calibri" panose="020F0502020204030204" pitchFamily="34" charset="0"/>
            </a:endParaRPr>
          </a:p>
          <a:p>
            <a:pPr lvl="2">
              <a:lnSpc>
                <a:spcPct val="100000"/>
              </a:lnSpc>
              <a:buSzPct val="45000"/>
            </a:pPr>
            <a:r>
              <a:rPr lang="en-IN" sz="3200" b="1">
                <a:latin typeface="Calibri" panose="020F0502020204030204" pitchFamily="34" charset="0"/>
                <a:cs typeface="Calibri" panose="020F0502020204030204" pitchFamily="34" charset="0"/>
              </a:rPr>
              <a:t>DROP TABLE </a:t>
            </a:r>
            <a:r>
              <a:rPr lang="en-IN" sz="3200" b="1" err="1">
                <a:latin typeface="Calibri" panose="020F0502020204030204" pitchFamily="34" charset="0"/>
                <a:cs typeface="Calibri" panose="020F0502020204030204" pitchFamily="34" charset="0"/>
              </a:rPr>
              <a:t>table_name</a:t>
            </a:r>
            <a:r>
              <a:rPr lang="en-IN" sz="3200" b="1">
                <a:latin typeface="Calibri" panose="020F0502020204030204" pitchFamily="34" charset="0"/>
                <a:cs typeface="Calibri" panose="020F0502020204030204" pitchFamily="34" charset="0"/>
              </a:rPr>
              <a:t>;</a:t>
            </a:r>
          </a:p>
          <a:p>
            <a:pPr marL="1371600" lvl="2" indent="-457200">
              <a:lnSpc>
                <a:spcPct val="100000"/>
              </a:lnSpc>
              <a:buSzPct val="45000"/>
              <a:buFont typeface="Wingdings" panose="05000000000000000000" pitchFamily="2" charset="2"/>
              <a:buChar char="§"/>
            </a:pPr>
            <a:endParaRPr sz="3200" b="1">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Note: Be careful before dropping a table. Deleting a table will result in loss of complete information stored in the table!</a:t>
            </a:r>
          </a:p>
          <a:p>
            <a:pPr marL="285750" indent="-285750">
              <a:lnSpc>
                <a:spcPct val="100000"/>
              </a:lnSpc>
              <a:buSzPct val="45000"/>
              <a:buFont typeface="Wingdings" panose="05000000000000000000" pitchFamily="2" charset="2"/>
              <a:buChar char="§"/>
            </a:pPr>
            <a:endParaRPr>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        </a:t>
            </a:r>
            <a:r>
              <a:rPr lang="en-IN" sz="3200" b="1">
                <a:latin typeface="Calibri" panose="020F0502020204030204" pitchFamily="34" charset="0"/>
                <a:cs typeface="Calibri" panose="020F0502020204030204" pitchFamily="34" charset="0"/>
              </a:rPr>
              <a:t>DROP TABLE </a:t>
            </a:r>
            <a:r>
              <a:rPr lang="en-US" sz="3200" b="1">
                <a:latin typeface="Calibri" panose="020F0502020204030204" pitchFamily="34" charset="0"/>
                <a:cs typeface="Calibri" panose="020F0502020204030204" pitchFamily="34" charset="0"/>
              </a:rPr>
              <a:t>Persons;</a:t>
            </a:r>
            <a:endParaRPr b="1">
              <a:latin typeface="Calibri" panose="020F0502020204030204" pitchFamily="34" charset="0"/>
              <a:cs typeface="Calibri" panose="020F0502020204030204" pitchFamily="34" charset="0"/>
            </a:endParaRPr>
          </a:p>
          <a:p>
            <a:pPr>
              <a:lnSpc>
                <a:spcPct val="100000"/>
              </a:lnSpc>
            </a:pPr>
            <a:endParaRPr b="1">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CustomShape 1"/>
          <p:cNvSpPr/>
          <p:nvPr/>
        </p:nvSpPr>
        <p:spPr>
          <a:xfrm>
            <a:off x="504000" y="301320"/>
            <a:ext cx="9070560" cy="1261080"/>
          </a:xfrm>
          <a:prstGeom prst="rect">
            <a:avLst/>
          </a:prstGeom>
          <a:noFill/>
          <a:ln>
            <a:noFill/>
          </a:ln>
        </p:spPr>
        <p:txBody>
          <a:bodyPr lIns="0" tIns="0" rIns="0" bIns="0" anchor="ctr"/>
          <a:lstStyle/>
          <a:p>
            <a:pPr>
              <a:lnSpc>
                <a:spcPct val="100000"/>
              </a:lnSpc>
              <a:buSzPct val="45000"/>
            </a:pPr>
            <a:r>
              <a:rPr lang="en-IN" sz="3600" b="1">
                <a:latin typeface="Calibri" panose="020F0502020204030204" pitchFamily="34" charset="0"/>
                <a:cs typeface="Calibri" panose="020F0502020204030204" pitchFamily="34" charset="0"/>
              </a:rPr>
              <a:t>SQL TRUNCATE TABLE</a:t>
            </a:r>
            <a:endParaRPr sz="3600">
              <a:latin typeface="Calibri" panose="020F0502020204030204" pitchFamily="34" charset="0"/>
              <a:cs typeface="Calibri" panose="020F0502020204030204" pitchFamily="34" charset="0"/>
            </a:endParaRPr>
          </a:p>
        </p:txBody>
      </p:sp>
      <p:sp>
        <p:nvSpPr>
          <p:cNvPr id="121" name="CustomShape 2"/>
          <p:cNvSpPr/>
          <p:nvPr/>
        </p:nvSpPr>
        <p:spPr>
          <a:xfrm>
            <a:off x="504000" y="1769040"/>
            <a:ext cx="9070560" cy="4383000"/>
          </a:xfrm>
          <a:prstGeom prst="rect">
            <a:avLst/>
          </a:prstGeom>
          <a:noFill/>
          <a:ln>
            <a:noFill/>
          </a:ln>
        </p:spPr>
        <p:txBody>
          <a:bodyPr lIns="0" tIns="0" rIns="0" bIns="0"/>
          <a:lstStyle/>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The TRUNCATE TABLE statement is </a:t>
            </a:r>
            <a:r>
              <a:rPr lang="en-IN" sz="3200" b="1" i="1">
                <a:latin typeface="Calibri" panose="020F0502020204030204" pitchFamily="34" charset="0"/>
                <a:cs typeface="Calibri" panose="020F0502020204030204" pitchFamily="34" charset="0"/>
              </a:rPr>
              <a:t>used to delete the data inside a table, but not the table </a:t>
            </a:r>
            <a:r>
              <a:rPr lang="en-IN" sz="3200">
                <a:latin typeface="Calibri" panose="020F0502020204030204" pitchFamily="34" charset="0"/>
                <a:cs typeface="Calibri" panose="020F0502020204030204" pitchFamily="34" charset="0"/>
              </a:rPr>
              <a:t>itself.</a:t>
            </a:r>
          </a:p>
          <a:p>
            <a:pPr>
              <a:lnSpc>
                <a:spcPct val="100000"/>
              </a:lnSpc>
              <a:buSzPct val="45000"/>
            </a:pPr>
            <a:endParaRPr>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Syntax</a:t>
            </a:r>
          </a:p>
          <a:p>
            <a:pPr>
              <a:lnSpc>
                <a:spcPct val="100000"/>
              </a:lnSpc>
              <a:buSzPct val="45000"/>
              <a:buFont typeface="StarSymbol"/>
              <a:buChar char="l"/>
            </a:pPr>
            <a:endParaRPr>
              <a:latin typeface="Calibri" panose="020F0502020204030204" pitchFamily="34" charset="0"/>
              <a:cs typeface="Calibri" panose="020F0502020204030204" pitchFamily="34" charset="0"/>
            </a:endParaRPr>
          </a:p>
          <a:p>
            <a:pPr>
              <a:lnSpc>
                <a:spcPct val="100000"/>
              </a:lnSpc>
              <a:buSzPct val="45000"/>
            </a:pPr>
            <a:r>
              <a:rPr lang="en-IN" sz="3200">
                <a:latin typeface="Calibri" panose="020F0502020204030204" pitchFamily="34" charset="0"/>
                <a:cs typeface="Calibri" panose="020F0502020204030204" pitchFamily="34" charset="0"/>
              </a:rPr>
              <a:t>     </a:t>
            </a:r>
            <a:r>
              <a:rPr lang="en-IN" sz="3200" b="1">
                <a:latin typeface="Calibri" panose="020F0502020204030204" pitchFamily="34" charset="0"/>
                <a:cs typeface="Calibri" panose="020F0502020204030204" pitchFamily="34" charset="0"/>
              </a:rPr>
              <a:t>TRUNCATE TABLE </a:t>
            </a:r>
            <a:r>
              <a:rPr lang="en-IN" sz="3200" b="1" err="1">
                <a:latin typeface="Calibri" panose="020F0502020204030204" pitchFamily="34" charset="0"/>
                <a:cs typeface="Calibri" panose="020F0502020204030204" pitchFamily="34" charset="0"/>
              </a:rPr>
              <a:t>table_name</a:t>
            </a:r>
            <a:r>
              <a:rPr lang="en-IN" sz="3200" b="1">
                <a:latin typeface="Calibri" panose="020F0502020204030204" pitchFamily="34" charset="0"/>
                <a:cs typeface="Calibri" panose="020F0502020204030204" pitchFamily="34" charset="0"/>
              </a:rPr>
              <a:t>;</a:t>
            </a:r>
            <a:endParaRPr b="1">
              <a:latin typeface="Calibri" panose="020F0502020204030204" pitchFamily="34" charset="0"/>
              <a:cs typeface="Calibri" panose="020F0502020204030204" pitchFamily="34" charset="0"/>
            </a:endParaRPr>
          </a:p>
          <a:p>
            <a:pPr>
              <a:lnSpc>
                <a:spcPct val="100000"/>
              </a:lnSpc>
            </a:pPr>
            <a:endParaRPr>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CustomShape 1"/>
          <p:cNvSpPr/>
          <p:nvPr/>
        </p:nvSpPr>
        <p:spPr>
          <a:xfrm>
            <a:off x="504000" y="301320"/>
            <a:ext cx="9070560" cy="1261080"/>
          </a:xfrm>
          <a:prstGeom prst="rect">
            <a:avLst/>
          </a:prstGeom>
          <a:noFill/>
          <a:ln>
            <a:noFill/>
          </a:ln>
        </p:spPr>
        <p:txBody>
          <a:bodyPr lIns="0" tIns="0" rIns="0" bIns="0" anchor="ctr"/>
          <a:lstStyle/>
          <a:p>
            <a:pPr>
              <a:lnSpc>
                <a:spcPct val="100000"/>
              </a:lnSpc>
              <a:buSzPct val="45000"/>
            </a:pPr>
            <a:r>
              <a:rPr lang="en-IN" sz="3600" b="1">
                <a:latin typeface="Calibri" panose="020F0502020204030204" pitchFamily="34" charset="0"/>
                <a:cs typeface="Calibri" panose="020F0502020204030204" pitchFamily="34" charset="0"/>
              </a:rPr>
              <a:t>SQL ALTER TABLE Statement</a:t>
            </a:r>
            <a:endParaRPr sz="3600" b="1">
              <a:latin typeface="Calibri" panose="020F0502020204030204" pitchFamily="34" charset="0"/>
              <a:cs typeface="Calibri" panose="020F0502020204030204" pitchFamily="34" charset="0"/>
            </a:endParaRPr>
          </a:p>
        </p:txBody>
      </p:sp>
      <p:sp>
        <p:nvSpPr>
          <p:cNvPr id="123" name="CustomShape 2"/>
          <p:cNvSpPr/>
          <p:nvPr/>
        </p:nvSpPr>
        <p:spPr>
          <a:xfrm>
            <a:off x="504000" y="1769040"/>
            <a:ext cx="9070560" cy="4383000"/>
          </a:xfrm>
          <a:prstGeom prst="rect">
            <a:avLst/>
          </a:prstGeom>
          <a:noFill/>
          <a:ln>
            <a:noFill/>
          </a:ln>
        </p:spPr>
        <p:txBody>
          <a:bodyPr lIns="0" tIns="0" rIns="0" bIns="0"/>
          <a:lstStyle/>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The </a:t>
            </a:r>
            <a:r>
              <a:rPr lang="en-IN" sz="3200" b="1">
                <a:latin typeface="Calibri" panose="020F0502020204030204" pitchFamily="34" charset="0"/>
                <a:cs typeface="Calibri" panose="020F0502020204030204" pitchFamily="34" charset="0"/>
              </a:rPr>
              <a:t>ALTER TABLE </a:t>
            </a:r>
            <a:r>
              <a:rPr lang="en-IN" sz="3200">
                <a:latin typeface="Calibri" panose="020F0502020204030204" pitchFamily="34" charset="0"/>
                <a:cs typeface="Calibri" panose="020F0502020204030204" pitchFamily="34" charset="0"/>
              </a:rPr>
              <a:t>statement is </a:t>
            </a:r>
            <a:r>
              <a:rPr lang="en-IN" sz="3200" b="1" i="1">
                <a:latin typeface="Calibri" panose="020F0502020204030204" pitchFamily="34" charset="0"/>
                <a:cs typeface="Calibri" panose="020F0502020204030204" pitchFamily="34" charset="0"/>
              </a:rPr>
              <a:t>used to add, delete, or modify columns in an existing table.</a:t>
            </a:r>
            <a:endParaRPr b="1" i="1">
              <a:latin typeface="Calibri" panose="020F0502020204030204" pitchFamily="34" charset="0"/>
              <a:cs typeface="Calibri" panose="020F0502020204030204" pitchFamily="34" charset="0"/>
            </a:endParaRPr>
          </a:p>
          <a:p>
            <a:pPr>
              <a:lnSpc>
                <a:spcPct val="100000"/>
              </a:lnSpc>
            </a:pPr>
            <a:endParaRPr>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The ALTER TABLE statement is also </a:t>
            </a:r>
            <a:r>
              <a:rPr lang="en-IN" sz="3200" b="1" i="1">
                <a:latin typeface="Calibri" panose="020F0502020204030204" pitchFamily="34" charset="0"/>
                <a:cs typeface="Calibri" panose="020F0502020204030204" pitchFamily="34" charset="0"/>
              </a:rPr>
              <a:t>used to add and drop various constraints on an existing table.</a:t>
            </a:r>
            <a:endParaRPr b="1" i="1">
              <a:latin typeface="Calibri" panose="020F0502020204030204" pitchFamily="34" charset="0"/>
              <a:cs typeface="Calibri" panose="020F0502020204030204" pitchFamily="34" charset="0"/>
            </a:endParaRPr>
          </a:p>
          <a:p>
            <a:pPr>
              <a:lnSpc>
                <a:spcPct val="100000"/>
              </a:lnSpc>
              <a:buSzPct val="45000"/>
            </a:pPr>
            <a:endParaRPr lang="en-IN" sz="320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CustomShape 1"/>
          <p:cNvSpPr/>
          <p:nvPr/>
        </p:nvSpPr>
        <p:spPr>
          <a:xfrm>
            <a:off x="504000" y="301320"/>
            <a:ext cx="9070560" cy="1261080"/>
          </a:xfrm>
          <a:prstGeom prst="rect">
            <a:avLst/>
          </a:prstGeom>
          <a:noFill/>
          <a:ln>
            <a:noFill/>
          </a:ln>
        </p:spPr>
        <p:txBody>
          <a:bodyPr lIns="0" tIns="0" rIns="0" bIns="0" anchor="ctr"/>
          <a:lstStyle/>
          <a:p>
            <a:pPr>
              <a:lnSpc>
                <a:spcPct val="100000"/>
              </a:lnSpc>
              <a:buSzPct val="45000"/>
            </a:pPr>
            <a:r>
              <a:rPr lang="en-IN" sz="3600" b="1"/>
              <a:t>ALTER TABLE - ADD Column</a:t>
            </a:r>
          </a:p>
        </p:txBody>
      </p:sp>
      <p:sp>
        <p:nvSpPr>
          <p:cNvPr id="123" name="CustomShape 2"/>
          <p:cNvSpPr/>
          <p:nvPr/>
        </p:nvSpPr>
        <p:spPr>
          <a:xfrm>
            <a:off x="504000" y="1769040"/>
            <a:ext cx="9070560" cy="4383000"/>
          </a:xfrm>
          <a:prstGeom prst="rect">
            <a:avLst/>
          </a:prstGeom>
          <a:noFill/>
          <a:ln>
            <a:noFill/>
          </a:ln>
        </p:spPr>
        <p:txBody>
          <a:bodyPr lIns="0" tIns="0" rIns="0" bIns="0"/>
          <a:lstStyle/>
          <a:p>
            <a:pPr>
              <a:lnSpc>
                <a:spcPct val="100000"/>
              </a:lnSpc>
            </a:pPr>
            <a:endParaRPr/>
          </a:p>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To add a column in a table, use the following </a:t>
            </a:r>
          </a:p>
          <a:p>
            <a:pPr>
              <a:lnSpc>
                <a:spcPct val="100000"/>
              </a:lnSpc>
              <a:buSzPct val="45000"/>
            </a:pPr>
            <a:endParaRPr lang="en-IN" sz="3200">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syntax:</a:t>
            </a:r>
          </a:p>
          <a:p>
            <a:pPr>
              <a:lnSpc>
                <a:spcPct val="100000"/>
              </a:lnSpc>
              <a:buSzPct val="45000"/>
            </a:pPr>
            <a:endParaRPr lang="en-IN" sz="3200">
              <a:latin typeface="Calibri" panose="020F0502020204030204" pitchFamily="34" charset="0"/>
              <a:cs typeface="Calibri" panose="020F0502020204030204" pitchFamily="34" charset="0"/>
            </a:endParaRPr>
          </a:p>
          <a:p>
            <a:pPr>
              <a:lnSpc>
                <a:spcPct val="100000"/>
              </a:lnSpc>
              <a:buSzPct val="45000"/>
            </a:pPr>
            <a:endParaRPr>
              <a:latin typeface="Calibri" panose="020F0502020204030204" pitchFamily="34" charset="0"/>
              <a:cs typeface="Calibri" panose="020F0502020204030204" pitchFamily="34" charset="0"/>
            </a:endParaRPr>
          </a:p>
          <a:p>
            <a:pPr lvl="4">
              <a:buSzPct val="75000"/>
            </a:pPr>
            <a:r>
              <a:rPr lang="en-IN" sz="3200" b="1">
                <a:latin typeface="Calibri" panose="020F0502020204030204" pitchFamily="34" charset="0"/>
                <a:cs typeface="Calibri" panose="020F0502020204030204" pitchFamily="34" charset="0"/>
              </a:rPr>
              <a:t>ALTER TABLE </a:t>
            </a:r>
            <a:r>
              <a:rPr lang="en-IN" sz="3200" b="1" err="1">
                <a:latin typeface="Calibri" panose="020F0502020204030204" pitchFamily="34" charset="0"/>
                <a:cs typeface="Calibri" panose="020F0502020204030204" pitchFamily="34" charset="0"/>
              </a:rPr>
              <a:t>table_name</a:t>
            </a:r>
            <a:endParaRPr sz="3200" b="1">
              <a:latin typeface="Calibri" panose="020F0502020204030204" pitchFamily="34" charset="0"/>
              <a:cs typeface="Calibri" panose="020F0502020204030204" pitchFamily="34" charset="0"/>
            </a:endParaRPr>
          </a:p>
          <a:p>
            <a:pPr lvl="4">
              <a:buSzPct val="75000"/>
            </a:pPr>
            <a:r>
              <a:rPr lang="en-IN" sz="3200" b="1">
                <a:latin typeface="Calibri" panose="020F0502020204030204" pitchFamily="34" charset="0"/>
                <a:cs typeface="Calibri" panose="020F0502020204030204" pitchFamily="34" charset="0"/>
              </a:rPr>
              <a:t>ADD </a:t>
            </a:r>
            <a:r>
              <a:rPr lang="en-IN" sz="3200" b="1" err="1">
                <a:latin typeface="Calibri" panose="020F0502020204030204" pitchFamily="34" charset="0"/>
                <a:cs typeface="Calibri" panose="020F0502020204030204" pitchFamily="34" charset="0"/>
              </a:rPr>
              <a:t>column_name</a:t>
            </a:r>
            <a:r>
              <a:rPr lang="en-IN" sz="3200" b="1">
                <a:latin typeface="Calibri" panose="020F0502020204030204" pitchFamily="34" charset="0"/>
                <a:cs typeface="Calibri" panose="020F0502020204030204" pitchFamily="34" charset="0"/>
              </a:rPr>
              <a:t> datatype;</a:t>
            </a:r>
            <a:endParaRPr sz="3200" b="1">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0207759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CustomShape 1"/>
          <p:cNvSpPr/>
          <p:nvPr/>
        </p:nvSpPr>
        <p:spPr>
          <a:xfrm>
            <a:off x="504000" y="301320"/>
            <a:ext cx="9070560" cy="1261080"/>
          </a:xfrm>
          <a:prstGeom prst="rect">
            <a:avLst/>
          </a:prstGeom>
          <a:noFill/>
          <a:ln>
            <a:noFill/>
          </a:ln>
        </p:spPr>
      </p:sp>
      <p:sp>
        <p:nvSpPr>
          <p:cNvPr id="125" name="CustomShape 2"/>
          <p:cNvSpPr/>
          <p:nvPr/>
        </p:nvSpPr>
        <p:spPr>
          <a:xfrm>
            <a:off x="504000" y="1769040"/>
            <a:ext cx="9070560" cy="4383000"/>
          </a:xfrm>
          <a:prstGeom prst="rect">
            <a:avLst/>
          </a:prstGeom>
          <a:noFill/>
          <a:ln>
            <a:noFill/>
          </a:ln>
        </p:spPr>
        <p:txBody>
          <a:bodyPr lIns="0" tIns="0" rIns="0" bIns="0"/>
          <a:lstStyle/>
          <a:p>
            <a:pPr>
              <a:lnSpc>
                <a:spcPct val="100000"/>
              </a:lnSpc>
            </a:pPr>
            <a:endParaRPr/>
          </a:p>
          <a:p>
            <a:pPr>
              <a:lnSpc>
                <a:spcPct val="100000"/>
              </a:lnSpc>
              <a:buSzPct val="45000"/>
            </a:pPr>
            <a:r>
              <a:rPr lang="en-IN" sz="3200">
                <a:latin typeface="Calibri" panose="020F0502020204030204" pitchFamily="34" charset="0"/>
                <a:cs typeface="Calibri" panose="020F0502020204030204" pitchFamily="34" charset="0"/>
              </a:rPr>
              <a:t>To delete a column in a table, use the syntax (Note: some databases systems don't allow deleting a column)</a:t>
            </a:r>
          </a:p>
          <a:p>
            <a:pPr>
              <a:lnSpc>
                <a:spcPct val="100000"/>
              </a:lnSpc>
              <a:buSzPct val="45000"/>
            </a:pPr>
            <a:endParaRPr>
              <a:latin typeface="Calibri" panose="020F0502020204030204" pitchFamily="34" charset="0"/>
              <a:cs typeface="Calibri" panose="020F0502020204030204" pitchFamily="34" charset="0"/>
            </a:endParaRPr>
          </a:p>
          <a:p>
            <a:pPr lvl="3">
              <a:buSzPct val="45000"/>
            </a:pPr>
            <a:r>
              <a:rPr lang="en-IN" sz="3200" b="1">
                <a:latin typeface="Calibri" panose="020F0502020204030204" pitchFamily="34" charset="0"/>
                <a:cs typeface="Calibri" panose="020F0502020204030204" pitchFamily="34" charset="0"/>
              </a:rPr>
              <a:t>ALTER TABLE </a:t>
            </a:r>
            <a:r>
              <a:rPr lang="en-IN" sz="3200" b="1" err="1">
                <a:latin typeface="Calibri" panose="020F0502020204030204" pitchFamily="34" charset="0"/>
                <a:cs typeface="Calibri" panose="020F0502020204030204" pitchFamily="34" charset="0"/>
              </a:rPr>
              <a:t>table_name</a:t>
            </a:r>
            <a:endParaRPr lang="en-IN" sz="3200" b="1">
              <a:latin typeface="Calibri" panose="020F0502020204030204" pitchFamily="34" charset="0"/>
              <a:cs typeface="Calibri" panose="020F0502020204030204" pitchFamily="34" charset="0"/>
            </a:endParaRPr>
          </a:p>
          <a:p>
            <a:pPr lvl="3">
              <a:buSzPct val="45000"/>
            </a:pPr>
            <a:r>
              <a:rPr lang="en-IN" sz="3200" b="1">
                <a:latin typeface="Calibri" panose="020F0502020204030204" pitchFamily="34" charset="0"/>
                <a:cs typeface="Calibri" panose="020F0502020204030204" pitchFamily="34" charset="0"/>
              </a:rPr>
              <a:t>DROP COLUMN </a:t>
            </a:r>
            <a:r>
              <a:rPr lang="en-IN" sz="3200" b="1" err="1">
                <a:latin typeface="Calibri" panose="020F0502020204030204" pitchFamily="34" charset="0"/>
                <a:cs typeface="Calibri" panose="020F0502020204030204" pitchFamily="34" charset="0"/>
              </a:rPr>
              <a:t>column_name</a:t>
            </a:r>
            <a:r>
              <a:rPr lang="en-IN" sz="3200" b="1">
                <a:latin typeface="Arial"/>
              </a:rPr>
              <a:t>;</a:t>
            </a:r>
            <a:endParaRPr b="1"/>
          </a:p>
        </p:txBody>
      </p:sp>
      <p:sp>
        <p:nvSpPr>
          <p:cNvPr id="2" name="TextBox 1"/>
          <p:cNvSpPr txBox="1"/>
          <p:nvPr/>
        </p:nvSpPr>
        <p:spPr>
          <a:xfrm>
            <a:off x="696912" y="731837"/>
            <a:ext cx="8610600" cy="1200329"/>
          </a:xfrm>
          <a:prstGeom prst="rect">
            <a:avLst/>
          </a:prstGeom>
          <a:noFill/>
        </p:spPr>
        <p:txBody>
          <a:bodyPr wrap="square" rtlCol="0">
            <a:spAutoFit/>
          </a:bodyPr>
          <a:lstStyle/>
          <a:p>
            <a:r>
              <a:rPr lang="en-IN" sz="3600" b="1">
                <a:latin typeface="Calibri" panose="020F0502020204030204" pitchFamily="34" charset="0"/>
                <a:cs typeface="Calibri" panose="020F0502020204030204" pitchFamily="34" charset="0"/>
              </a:rPr>
              <a:t>ALTER TABLE - DROP COLUMN</a:t>
            </a:r>
          </a:p>
          <a:p>
            <a:endParaRPr lang="en-US" sz="360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CustomShape 1"/>
          <p:cNvSpPr/>
          <p:nvPr/>
        </p:nvSpPr>
        <p:spPr>
          <a:xfrm>
            <a:off x="504000" y="301320"/>
            <a:ext cx="9070560" cy="1261080"/>
          </a:xfrm>
          <a:prstGeom prst="rect">
            <a:avLst/>
          </a:prstGeom>
          <a:noFill/>
          <a:ln>
            <a:noFill/>
          </a:ln>
        </p:spPr>
      </p:sp>
      <p:sp>
        <p:nvSpPr>
          <p:cNvPr id="127" name="CustomShape 2"/>
          <p:cNvSpPr/>
          <p:nvPr/>
        </p:nvSpPr>
        <p:spPr>
          <a:xfrm>
            <a:off x="504000" y="1769040"/>
            <a:ext cx="9070560" cy="4383000"/>
          </a:xfrm>
          <a:prstGeom prst="rect">
            <a:avLst/>
          </a:prstGeom>
          <a:noFill/>
          <a:ln>
            <a:noFill/>
          </a:ln>
        </p:spPr>
        <p:txBody>
          <a:bodyPr lIns="0" tIns="0" rIns="0" bIns="0"/>
          <a:lstStyle/>
          <a:p>
            <a:pPr>
              <a:lnSpc>
                <a:spcPct val="100000"/>
              </a:lnSpc>
              <a:buSzPct val="45000"/>
            </a:pPr>
            <a:r>
              <a:rPr lang="en-IN" sz="3600" b="1">
                <a:latin typeface="Calibri" panose="020F0502020204030204" pitchFamily="34" charset="0"/>
                <a:cs typeface="Calibri" panose="020F0502020204030204" pitchFamily="34" charset="0"/>
              </a:rPr>
              <a:t>ALTER TABLE - ALTER/MODIFY COLUMN</a:t>
            </a:r>
            <a:endParaRPr sz="3600" b="1">
              <a:latin typeface="Calibri" panose="020F0502020204030204" pitchFamily="34" charset="0"/>
              <a:cs typeface="Calibri" panose="020F0502020204030204" pitchFamily="34" charset="0"/>
            </a:endParaRPr>
          </a:p>
          <a:p>
            <a:pPr>
              <a:lnSpc>
                <a:spcPct val="100000"/>
              </a:lnSpc>
            </a:pPr>
            <a:endParaRPr/>
          </a:p>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To change the data type of a column in a table, use the following syntax:</a:t>
            </a:r>
            <a:endParaRPr>
              <a:latin typeface="Calibri" panose="020F0502020204030204" pitchFamily="34" charset="0"/>
              <a:cs typeface="Calibri" panose="020F0502020204030204" pitchFamily="34" charset="0"/>
            </a:endParaRPr>
          </a:p>
          <a:p>
            <a:pPr>
              <a:lnSpc>
                <a:spcPct val="100000"/>
              </a:lnSpc>
            </a:pPr>
            <a:endParaRPr>
              <a:latin typeface="Calibri" panose="020F0502020204030204" pitchFamily="34" charset="0"/>
              <a:cs typeface="Calibri" panose="020F0502020204030204" pitchFamily="34" charset="0"/>
            </a:endParaRPr>
          </a:p>
          <a:p>
            <a:pPr lvl="3">
              <a:buSzPct val="45000"/>
            </a:pPr>
            <a:r>
              <a:rPr lang="en-IN" sz="3200" b="1">
                <a:latin typeface="Calibri" panose="020F0502020204030204" pitchFamily="34" charset="0"/>
                <a:cs typeface="Calibri" panose="020F0502020204030204" pitchFamily="34" charset="0"/>
              </a:rPr>
              <a:t>ALTER TABLE </a:t>
            </a:r>
            <a:r>
              <a:rPr lang="en-IN" sz="3200" b="1" err="1">
                <a:latin typeface="Calibri" panose="020F0502020204030204" pitchFamily="34" charset="0"/>
                <a:cs typeface="Calibri" panose="020F0502020204030204" pitchFamily="34" charset="0"/>
              </a:rPr>
              <a:t>table_name</a:t>
            </a:r>
            <a:endParaRPr lang="en-IN" sz="3200" b="1">
              <a:latin typeface="Calibri" panose="020F0502020204030204" pitchFamily="34" charset="0"/>
              <a:cs typeface="Calibri" panose="020F0502020204030204" pitchFamily="34" charset="0"/>
            </a:endParaRPr>
          </a:p>
          <a:p>
            <a:pPr lvl="3">
              <a:buSzPct val="45000"/>
            </a:pPr>
            <a:r>
              <a:rPr lang="en-IN" sz="3200" b="1">
                <a:latin typeface="Calibri" panose="020F0502020204030204" pitchFamily="34" charset="0"/>
                <a:cs typeface="Calibri" panose="020F0502020204030204" pitchFamily="34" charset="0"/>
              </a:rPr>
              <a:t>MODIFY COLUMN </a:t>
            </a:r>
            <a:r>
              <a:rPr lang="en-IN" sz="3200" b="1" err="1">
                <a:latin typeface="Calibri" panose="020F0502020204030204" pitchFamily="34" charset="0"/>
                <a:cs typeface="Calibri" panose="020F0502020204030204" pitchFamily="34" charset="0"/>
              </a:rPr>
              <a:t>column_name</a:t>
            </a:r>
            <a:r>
              <a:rPr lang="en-IN" sz="3200" b="1">
                <a:latin typeface="Calibri" panose="020F0502020204030204" pitchFamily="34" charset="0"/>
                <a:cs typeface="Calibri" panose="020F0502020204030204" pitchFamily="34" charset="0"/>
              </a:rPr>
              <a:t> datatype;</a:t>
            </a:r>
            <a:endParaRPr b="1">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CustomShape 1"/>
          <p:cNvSpPr/>
          <p:nvPr/>
        </p:nvSpPr>
        <p:spPr>
          <a:xfrm>
            <a:off x="504000" y="301320"/>
            <a:ext cx="9070560" cy="1261080"/>
          </a:xfrm>
          <a:prstGeom prst="rect">
            <a:avLst/>
          </a:prstGeom>
          <a:noFill/>
          <a:ln>
            <a:noFill/>
          </a:ln>
        </p:spPr>
      </p:sp>
      <p:sp>
        <p:nvSpPr>
          <p:cNvPr id="129" name="CustomShape 2"/>
          <p:cNvSpPr/>
          <p:nvPr/>
        </p:nvSpPr>
        <p:spPr>
          <a:xfrm>
            <a:off x="504000" y="198437"/>
            <a:ext cx="9070560" cy="5953603"/>
          </a:xfrm>
          <a:prstGeom prst="rect">
            <a:avLst/>
          </a:prstGeom>
          <a:noFill/>
          <a:ln>
            <a:noFill/>
          </a:ln>
        </p:spPr>
        <p:txBody>
          <a:bodyPr lIns="0" tIns="0" rIns="0" bIns="0"/>
          <a:lstStyle/>
          <a:p>
            <a:pPr>
              <a:lnSpc>
                <a:spcPct val="100000"/>
              </a:lnSpc>
              <a:buSzPct val="45000"/>
            </a:pPr>
            <a:r>
              <a:rPr lang="en-IN" sz="3600" b="1">
                <a:latin typeface="Calibri" panose="020F0502020204030204" pitchFamily="34" charset="0"/>
                <a:cs typeface="Calibri" panose="020F0502020204030204" pitchFamily="34" charset="0"/>
              </a:rPr>
              <a:t>Change Data Type Example</a:t>
            </a:r>
            <a:endParaRPr sz="3600" b="1">
              <a:latin typeface="Calibri" panose="020F0502020204030204" pitchFamily="34" charset="0"/>
              <a:cs typeface="Calibri" panose="020F0502020204030204" pitchFamily="34" charset="0"/>
            </a:endParaRPr>
          </a:p>
          <a:p>
            <a:pPr>
              <a:lnSpc>
                <a:spcPct val="100000"/>
              </a:lnSpc>
            </a:pPr>
            <a:endParaRPr>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Change the data type of the column named "</a:t>
            </a:r>
            <a:r>
              <a:rPr lang="en-IN" sz="3200" err="1">
                <a:latin typeface="Calibri" panose="020F0502020204030204" pitchFamily="34" charset="0"/>
                <a:cs typeface="Calibri" panose="020F0502020204030204" pitchFamily="34" charset="0"/>
              </a:rPr>
              <a:t>DateOfBirth</a:t>
            </a:r>
            <a:r>
              <a:rPr lang="en-IN" sz="3200">
                <a:latin typeface="Calibri" panose="020F0502020204030204" pitchFamily="34" charset="0"/>
                <a:cs typeface="Calibri" panose="020F0502020204030204" pitchFamily="34" charset="0"/>
              </a:rPr>
              <a:t>" in the "Persons" table.</a:t>
            </a:r>
            <a:endParaRPr>
              <a:latin typeface="Calibri" panose="020F0502020204030204" pitchFamily="34" charset="0"/>
              <a:cs typeface="Calibri" panose="020F0502020204030204" pitchFamily="34" charset="0"/>
            </a:endParaRPr>
          </a:p>
          <a:p>
            <a:pPr>
              <a:lnSpc>
                <a:spcPct val="100000"/>
              </a:lnSpc>
            </a:pPr>
            <a:endParaRPr>
              <a:latin typeface="Calibri" panose="020F0502020204030204" pitchFamily="34" charset="0"/>
              <a:cs typeface="Calibri" panose="020F0502020204030204" pitchFamily="34" charset="0"/>
            </a:endParaRPr>
          </a:p>
          <a:p>
            <a:pPr marL="457200" indent="-457200">
              <a:lnSpc>
                <a:spcPct val="100000"/>
              </a:lnSpc>
              <a:buSzPct val="45000"/>
              <a:buFont typeface="Wingdings" panose="05000000000000000000" pitchFamily="2" charset="2"/>
              <a:buChar char="§"/>
            </a:pPr>
            <a:r>
              <a:rPr lang="en-IN" sz="3200">
                <a:latin typeface="Calibri" panose="020F0502020204030204" pitchFamily="34" charset="0"/>
                <a:cs typeface="Calibri" panose="020F0502020204030204" pitchFamily="34" charset="0"/>
              </a:rPr>
              <a:t>SQL statement:</a:t>
            </a:r>
          </a:p>
          <a:p>
            <a:pPr>
              <a:lnSpc>
                <a:spcPct val="100000"/>
              </a:lnSpc>
              <a:buSzPct val="45000"/>
            </a:pPr>
            <a:endParaRPr>
              <a:latin typeface="Calibri" panose="020F0502020204030204" pitchFamily="34" charset="0"/>
              <a:cs typeface="Calibri" panose="020F0502020204030204" pitchFamily="34" charset="0"/>
            </a:endParaRPr>
          </a:p>
          <a:p>
            <a:pPr lvl="4">
              <a:buSzPct val="45000"/>
            </a:pPr>
            <a:r>
              <a:rPr lang="en-IN" sz="3200" b="1">
                <a:latin typeface="Calibri" panose="020F0502020204030204" pitchFamily="34" charset="0"/>
                <a:cs typeface="Calibri" panose="020F0502020204030204" pitchFamily="34" charset="0"/>
              </a:rPr>
              <a:t>ALTER TABLE Persons</a:t>
            </a:r>
          </a:p>
          <a:p>
            <a:pPr lvl="4">
              <a:buSzPct val="45000"/>
            </a:pPr>
            <a:r>
              <a:rPr lang="en-IN" sz="3200" b="1">
                <a:latin typeface="Calibri" panose="020F0502020204030204" pitchFamily="34" charset="0"/>
                <a:cs typeface="Calibri" panose="020F0502020204030204" pitchFamily="34" charset="0"/>
              </a:rPr>
              <a:t>ALTER COLUMN </a:t>
            </a:r>
            <a:r>
              <a:rPr lang="en-IN" sz="3200" b="1" err="1">
                <a:latin typeface="Calibri" panose="020F0502020204030204" pitchFamily="34" charset="0"/>
                <a:cs typeface="Calibri" panose="020F0502020204030204" pitchFamily="34" charset="0"/>
              </a:rPr>
              <a:t>DateOfBirth</a:t>
            </a:r>
            <a:r>
              <a:rPr lang="en-IN" sz="3200" b="1">
                <a:latin typeface="Calibri" panose="020F0502020204030204" pitchFamily="34" charset="0"/>
                <a:cs typeface="Calibri" panose="020F0502020204030204" pitchFamily="34" charset="0"/>
              </a:rPr>
              <a:t> year;</a:t>
            </a:r>
            <a:endParaRPr b="1">
              <a:latin typeface="Calibri" panose="020F0502020204030204" pitchFamily="34" charset="0"/>
              <a:cs typeface="Calibri" panose="020F0502020204030204" pitchFamily="34" charset="0"/>
            </a:endParaRPr>
          </a:p>
          <a:p>
            <a:pPr>
              <a:lnSpc>
                <a:spcPct val="100000"/>
              </a:lnSpc>
            </a:pPr>
            <a:endParaRPr>
              <a:latin typeface="Calibri" panose="020F0502020204030204" pitchFamily="34" charset="0"/>
              <a:cs typeface="Calibri" panose="020F0502020204030204" pitchFamily="34" charset="0"/>
            </a:endParaRPr>
          </a:p>
          <a:p>
            <a:pPr>
              <a:lnSpc>
                <a:spcPct val="100000"/>
              </a:lnSpc>
              <a:buSzPct val="45000"/>
            </a:pPr>
            <a:r>
              <a:rPr lang="en-IN" sz="3200">
                <a:latin typeface="Calibri" panose="020F0502020204030204" pitchFamily="34" charset="0"/>
                <a:cs typeface="Calibri" panose="020F0502020204030204" pitchFamily="34" charset="0"/>
              </a:rPr>
              <a:t>"</a:t>
            </a:r>
            <a:r>
              <a:rPr lang="en-IN" sz="3200" err="1">
                <a:latin typeface="Calibri" panose="020F0502020204030204" pitchFamily="34" charset="0"/>
                <a:cs typeface="Calibri" panose="020F0502020204030204" pitchFamily="34" charset="0"/>
              </a:rPr>
              <a:t>DateOfBirth</a:t>
            </a:r>
            <a:r>
              <a:rPr lang="en-IN" sz="3200">
                <a:latin typeface="Calibri" panose="020F0502020204030204" pitchFamily="34" charset="0"/>
                <a:cs typeface="Calibri" panose="020F0502020204030204" pitchFamily="34" charset="0"/>
              </a:rPr>
              <a:t>" column is now of type year and is going to hold a year in a two- or four-digit format.</a:t>
            </a:r>
            <a:endParaRPr>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CustomShape 1"/>
          <p:cNvSpPr/>
          <p:nvPr/>
        </p:nvSpPr>
        <p:spPr>
          <a:xfrm>
            <a:off x="504000" y="301320"/>
            <a:ext cx="9070560" cy="1261080"/>
          </a:xfrm>
          <a:prstGeom prst="rect">
            <a:avLst/>
          </a:prstGeom>
          <a:noFill/>
          <a:ln>
            <a:noFill/>
          </a:ln>
        </p:spPr>
        <p:txBody>
          <a:bodyPr lIns="0" tIns="0" rIns="0" bIns="0" anchor="ctr"/>
          <a:lstStyle/>
          <a:p>
            <a:pPr>
              <a:lnSpc>
                <a:spcPct val="100000"/>
              </a:lnSpc>
            </a:pPr>
            <a:r>
              <a:rPr lang="en-IN" sz="3600" b="1">
                <a:latin typeface="Calibri" panose="020F0502020204030204" pitchFamily="34" charset="0"/>
                <a:cs typeface="Calibri" panose="020F0502020204030204" pitchFamily="34" charset="0"/>
              </a:rPr>
              <a:t>SQL Create Constraints</a:t>
            </a:r>
            <a:endParaRPr sz="3600" b="1">
              <a:latin typeface="Calibri" panose="020F0502020204030204" pitchFamily="34" charset="0"/>
              <a:cs typeface="Calibri" panose="020F0502020204030204" pitchFamily="34" charset="0"/>
            </a:endParaRPr>
          </a:p>
        </p:txBody>
      </p:sp>
      <p:sp>
        <p:nvSpPr>
          <p:cNvPr id="131" name="CustomShape 2"/>
          <p:cNvSpPr/>
          <p:nvPr/>
        </p:nvSpPr>
        <p:spPr>
          <a:xfrm>
            <a:off x="504000" y="1769040"/>
            <a:ext cx="9070560" cy="4383000"/>
          </a:xfrm>
          <a:prstGeom prst="rect">
            <a:avLst/>
          </a:prstGeom>
          <a:noFill/>
          <a:ln>
            <a:noFill/>
          </a:ln>
        </p:spPr>
      </p:sp>
      <p:sp>
        <p:nvSpPr>
          <p:cNvPr id="132" name="CustomShape 3"/>
          <p:cNvSpPr/>
          <p:nvPr/>
        </p:nvSpPr>
        <p:spPr>
          <a:xfrm>
            <a:off x="504000" y="1226160"/>
            <a:ext cx="9070560" cy="5468760"/>
          </a:xfrm>
          <a:prstGeom prst="rect">
            <a:avLst/>
          </a:prstGeom>
          <a:noFill/>
          <a:ln>
            <a:noFill/>
          </a:ln>
        </p:spPr>
        <p:txBody>
          <a:bodyPr lIns="0" tIns="0" rIns="0" bIns="0" anchor="ctr"/>
          <a:lstStyle/>
          <a:p>
            <a:pPr marL="457200" indent="-457200">
              <a:buFont typeface="Wingdings" panose="05000000000000000000" pitchFamily="2" charset="2"/>
              <a:buChar char="§"/>
            </a:pPr>
            <a:r>
              <a:rPr lang="en-IN" sz="3200">
                <a:latin typeface="Calibri" panose="020F0502020204030204" pitchFamily="34" charset="0"/>
                <a:cs typeface="Calibri" panose="020F0502020204030204" pitchFamily="34" charset="0"/>
              </a:rPr>
              <a:t>Constraints can be specified when the table is created with the CREATE TABLE statement, or after the table is created with the ALTER TABLE statement.</a:t>
            </a:r>
            <a:endParaRPr>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IN" sz="3200" b="1" i="1">
                <a:latin typeface="Calibri" panose="020F0502020204030204" pitchFamily="34" charset="0"/>
                <a:cs typeface="Calibri" panose="020F0502020204030204" pitchFamily="34" charset="0"/>
              </a:rPr>
              <a:t>Syntax</a:t>
            </a:r>
            <a:endParaRPr i="1">
              <a:latin typeface="Calibri" panose="020F0502020204030204" pitchFamily="34" charset="0"/>
              <a:cs typeface="Calibri" panose="020F0502020204030204" pitchFamily="34" charset="0"/>
            </a:endParaRPr>
          </a:p>
          <a:p>
            <a:r>
              <a:rPr lang="en-IN" sz="3200">
                <a:latin typeface="Calibri" panose="020F0502020204030204" pitchFamily="34" charset="0"/>
                <a:cs typeface="Calibri" panose="020F0502020204030204" pitchFamily="34" charset="0"/>
              </a:rPr>
              <a:t>		</a:t>
            </a:r>
            <a:r>
              <a:rPr lang="en-IN" sz="3200" b="1">
                <a:latin typeface="Calibri" panose="020F0502020204030204" pitchFamily="34" charset="0"/>
                <a:cs typeface="Calibri" panose="020F0502020204030204" pitchFamily="34" charset="0"/>
              </a:rPr>
              <a:t>CREATE TABLE </a:t>
            </a:r>
            <a:r>
              <a:rPr lang="en-IN" sz="3200" b="1" err="1">
                <a:latin typeface="Calibri" panose="020F0502020204030204" pitchFamily="34" charset="0"/>
                <a:cs typeface="Calibri" panose="020F0502020204030204" pitchFamily="34" charset="0"/>
              </a:rPr>
              <a:t>table_name</a:t>
            </a:r>
            <a:r>
              <a:rPr lang="en-IN" sz="3200" b="1">
                <a:latin typeface="Calibri" panose="020F0502020204030204" pitchFamily="34" charset="0"/>
                <a:cs typeface="Calibri" panose="020F0502020204030204" pitchFamily="34" charset="0"/>
              </a:rPr>
              <a:t> (</a:t>
            </a:r>
            <a:endParaRPr b="1">
              <a:latin typeface="Calibri" panose="020F0502020204030204" pitchFamily="34" charset="0"/>
              <a:cs typeface="Calibri" panose="020F0502020204030204" pitchFamily="34" charset="0"/>
            </a:endParaRPr>
          </a:p>
          <a:p>
            <a:r>
              <a:rPr lang="en-IN" sz="3200" b="1">
                <a:latin typeface="Calibri" panose="020F0502020204030204" pitchFamily="34" charset="0"/>
                <a:cs typeface="Calibri" panose="020F0502020204030204" pitchFamily="34" charset="0"/>
              </a:rPr>
              <a:t>    			column1 datatype constraint,</a:t>
            </a:r>
            <a:endParaRPr b="1">
              <a:latin typeface="Calibri" panose="020F0502020204030204" pitchFamily="34" charset="0"/>
              <a:cs typeface="Calibri" panose="020F0502020204030204" pitchFamily="34" charset="0"/>
            </a:endParaRPr>
          </a:p>
          <a:p>
            <a:r>
              <a:rPr lang="en-IN" sz="3200" b="1">
                <a:latin typeface="Calibri" panose="020F0502020204030204" pitchFamily="34" charset="0"/>
                <a:cs typeface="Calibri" panose="020F0502020204030204" pitchFamily="34" charset="0"/>
              </a:rPr>
              <a:t>    			column2 datatype constraint,</a:t>
            </a:r>
            <a:endParaRPr b="1">
              <a:latin typeface="Calibri" panose="020F0502020204030204" pitchFamily="34" charset="0"/>
              <a:cs typeface="Calibri" panose="020F0502020204030204" pitchFamily="34" charset="0"/>
            </a:endParaRPr>
          </a:p>
          <a:p>
            <a:r>
              <a:rPr lang="en-IN" sz="3200" b="1">
                <a:latin typeface="Calibri" panose="020F0502020204030204" pitchFamily="34" charset="0"/>
                <a:cs typeface="Calibri" panose="020F0502020204030204" pitchFamily="34" charset="0"/>
              </a:rPr>
              <a:t>    			column3 datatype constraint,</a:t>
            </a:r>
            <a:endParaRPr b="1">
              <a:latin typeface="Calibri" panose="020F0502020204030204" pitchFamily="34" charset="0"/>
              <a:cs typeface="Calibri" panose="020F0502020204030204" pitchFamily="34" charset="0"/>
            </a:endParaRPr>
          </a:p>
          <a:p>
            <a:r>
              <a:rPr lang="en-IN" sz="3200" b="1">
                <a:latin typeface="Calibri" panose="020F0502020204030204" pitchFamily="34" charset="0"/>
                <a:cs typeface="Calibri" panose="020F0502020204030204" pitchFamily="34" charset="0"/>
              </a:rPr>
              <a:t>    			....</a:t>
            </a:r>
            <a:endParaRPr b="1">
              <a:latin typeface="Calibri" panose="020F0502020204030204" pitchFamily="34" charset="0"/>
              <a:cs typeface="Calibri" panose="020F0502020204030204" pitchFamily="34" charset="0"/>
            </a:endParaRPr>
          </a:p>
          <a:p>
            <a:r>
              <a:rPr lang="en-IN" sz="3200" b="1">
                <a:latin typeface="Calibri" panose="020F0502020204030204" pitchFamily="34" charset="0"/>
                <a:cs typeface="Calibri" panose="020F0502020204030204" pitchFamily="34" charset="0"/>
              </a:rPr>
              <a:t>			);</a:t>
            </a:r>
            <a:endParaRPr b="1">
              <a:latin typeface="Calibri" panose="020F0502020204030204" pitchFamily="34" charset="0"/>
              <a:cs typeface="Calibri" panose="020F0502020204030204" pitchFamily="34" charset="0"/>
            </a:endParaRPr>
          </a:p>
          <a:p>
            <a:endParaRPr b="1"/>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CustomShape 1"/>
          <p:cNvSpPr/>
          <p:nvPr/>
        </p:nvSpPr>
        <p:spPr>
          <a:xfrm>
            <a:off x="504000" y="301320"/>
            <a:ext cx="9070560" cy="1261440"/>
          </a:xfrm>
          <a:prstGeom prst="rect">
            <a:avLst/>
          </a:prstGeom>
          <a:noFill/>
          <a:ln>
            <a:noFill/>
          </a:ln>
        </p:spPr>
        <p:txBody>
          <a:bodyPr lIns="0" tIns="0" rIns="0" bIns="0" anchor="ctr"/>
          <a:lstStyle/>
          <a:p>
            <a:pPr>
              <a:lnSpc>
                <a:spcPct val="100000"/>
              </a:lnSpc>
            </a:pPr>
            <a:r>
              <a:rPr lang="en-IN" sz="4400" b="1">
                <a:latin typeface="Calibri" panose="020F0502020204030204" pitchFamily="34" charset="0"/>
                <a:cs typeface="Calibri" panose="020F0502020204030204" pitchFamily="34" charset="0"/>
              </a:rPr>
              <a:t>SQL constraints</a:t>
            </a:r>
            <a:endParaRPr b="1">
              <a:latin typeface="Calibri" panose="020F0502020204030204" pitchFamily="34" charset="0"/>
              <a:cs typeface="Calibri" panose="020F0502020204030204" pitchFamily="34" charset="0"/>
            </a:endParaRPr>
          </a:p>
        </p:txBody>
      </p:sp>
      <p:sp>
        <p:nvSpPr>
          <p:cNvPr id="136" name="CustomShape 2"/>
          <p:cNvSpPr/>
          <p:nvPr/>
        </p:nvSpPr>
        <p:spPr>
          <a:xfrm>
            <a:off x="504000" y="1226160"/>
            <a:ext cx="9070560" cy="5468760"/>
          </a:xfrm>
          <a:prstGeom prst="rect">
            <a:avLst/>
          </a:prstGeom>
          <a:noFill/>
          <a:ln>
            <a:noFill/>
          </a:ln>
        </p:spPr>
        <p:txBody>
          <a:bodyPr lIns="0" tIns="0" rIns="0" bIns="0" anchor="ctr"/>
          <a:lstStyle/>
          <a:p>
            <a:pPr marL="457200" indent="-457200">
              <a:buFont typeface="Wingdings" panose="05000000000000000000" pitchFamily="2" charset="2"/>
              <a:buChar char="§"/>
            </a:pPr>
            <a:r>
              <a:rPr lang="en-IN" sz="3200">
                <a:latin typeface="Calibri" panose="020F0502020204030204" pitchFamily="34" charset="0"/>
                <a:cs typeface="Calibri" panose="020F0502020204030204" pitchFamily="34" charset="0"/>
              </a:rPr>
              <a:t>SQL constraints are used to specify rules for the data in a table.</a:t>
            </a:r>
            <a:endParaRPr>
              <a:latin typeface="Calibri" panose="020F0502020204030204" pitchFamily="34" charset="0"/>
              <a:cs typeface="Calibri" panose="020F0502020204030204" pitchFamily="34" charset="0"/>
            </a:endParaRPr>
          </a:p>
          <a:p>
            <a:endParaRPr>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IN" sz="3200">
                <a:latin typeface="Calibri" panose="020F0502020204030204" pitchFamily="34" charset="0"/>
                <a:cs typeface="Calibri" panose="020F0502020204030204" pitchFamily="34" charset="0"/>
              </a:rPr>
              <a:t>Constraints are used </a:t>
            </a:r>
            <a:r>
              <a:rPr lang="en-IN" sz="3200" b="1" i="1">
                <a:latin typeface="Calibri" panose="020F0502020204030204" pitchFamily="34" charset="0"/>
                <a:cs typeface="Calibri" panose="020F0502020204030204" pitchFamily="34" charset="0"/>
              </a:rPr>
              <a:t>to limit the type of data </a:t>
            </a:r>
            <a:r>
              <a:rPr lang="en-IN" sz="3200">
                <a:latin typeface="Calibri" panose="020F0502020204030204" pitchFamily="34" charset="0"/>
                <a:cs typeface="Calibri" panose="020F0502020204030204" pitchFamily="34" charset="0"/>
              </a:rPr>
              <a:t>that can go into a table. </a:t>
            </a:r>
          </a:p>
          <a:p>
            <a:pPr marL="457200" indent="-457200">
              <a:buFont typeface="Wingdings" panose="05000000000000000000" pitchFamily="2" charset="2"/>
              <a:buChar char="§"/>
            </a:pPr>
            <a:r>
              <a:rPr lang="en-IN" sz="3200">
                <a:latin typeface="Calibri" panose="020F0502020204030204" pitchFamily="34" charset="0"/>
                <a:cs typeface="Calibri" panose="020F0502020204030204" pitchFamily="34" charset="0"/>
              </a:rPr>
              <a:t>This </a:t>
            </a:r>
            <a:r>
              <a:rPr lang="en-IN" sz="3200" b="1" i="1">
                <a:latin typeface="Calibri" panose="020F0502020204030204" pitchFamily="34" charset="0"/>
                <a:cs typeface="Calibri" panose="020F0502020204030204" pitchFamily="34" charset="0"/>
              </a:rPr>
              <a:t>ensures the accuracy and reliability of the data </a:t>
            </a:r>
            <a:r>
              <a:rPr lang="en-IN" sz="3200">
                <a:latin typeface="Calibri" panose="020F0502020204030204" pitchFamily="34" charset="0"/>
                <a:cs typeface="Calibri" panose="020F0502020204030204" pitchFamily="34" charset="0"/>
              </a:rPr>
              <a:t>in the table.</a:t>
            </a:r>
          </a:p>
          <a:p>
            <a:pPr marL="457200" indent="-457200">
              <a:buFont typeface="Wingdings" panose="05000000000000000000" pitchFamily="2" charset="2"/>
              <a:buChar char="§"/>
            </a:pPr>
            <a:r>
              <a:rPr lang="en-IN" sz="3200">
                <a:latin typeface="Calibri" panose="020F0502020204030204" pitchFamily="34" charset="0"/>
                <a:cs typeface="Calibri" panose="020F0502020204030204" pitchFamily="34" charset="0"/>
              </a:rPr>
              <a:t> If there is any violation between the constraint and the data action, the action is aborted.</a:t>
            </a:r>
            <a:endParaRPr>
              <a:latin typeface="Calibri" panose="020F0502020204030204" pitchFamily="34" charset="0"/>
              <a:cs typeface="Calibri" panose="020F0502020204030204" pitchFamily="34" charset="0"/>
            </a:endParaRPr>
          </a:p>
          <a:p>
            <a:endParaRPr>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CustomShape 1"/>
          <p:cNvSpPr/>
          <p:nvPr/>
        </p:nvSpPr>
        <p:spPr>
          <a:xfrm>
            <a:off x="504000" y="301320"/>
            <a:ext cx="9070560" cy="1261440"/>
          </a:xfrm>
          <a:prstGeom prst="rect">
            <a:avLst/>
          </a:prstGeom>
          <a:noFill/>
          <a:ln>
            <a:noFill/>
          </a:ln>
        </p:spPr>
        <p:txBody>
          <a:bodyPr lIns="0" tIns="0" rIns="0" bIns="0" anchor="ctr"/>
          <a:lstStyle/>
          <a:p>
            <a:pPr>
              <a:lnSpc>
                <a:spcPct val="100000"/>
              </a:lnSpc>
            </a:pPr>
            <a:r>
              <a:rPr lang="en-IN" sz="4400" b="1">
                <a:latin typeface="Calibri" panose="020F0502020204030204" pitchFamily="34" charset="0"/>
                <a:cs typeface="Calibri" panose="020F0502020204030204" pitchFamily="34" charset="0"/>
              </a:rPr>
              <a:t>SQL constraints</a:t>
            </a:r>
            <a:endParaRPr b="1">
              <a:latin typeface="Calibri" panose="020F0502020204030204" pitchFamily="34" charset="0"/>
              <a:cs typeface="Calibri" panose="020F0502020204030204" pitchFamily="34" charset="0"/>
            </a:endParaRPr>
          </a:p>
        </p:txBody>
      </p:sp>
      <p:sp>
        <p:nvSpPr>
          <p:cNvPr id="136" name="CustomShape 2"/>
          <p:cNvSpPr/>
          <p:nvPr/>
        </p:nvSpPr>
        <p:spPr>
          <a:xfrm>
            <a:off x="504000" y="1226160"/>
            <a:ext cx="9070560" cy="5468760"/>
          </a:xfrm>
          <a:prstGeom prst="rect">
            <a:avLst/>
          </a:prstGeom>
          <a:noFill/>
          <a:ln>
            <a:noFill/>
          </a:ln>
        </p:spPr>
        <p:txBody>
          <a:bodyPr lIns="0" tIns="0" rIns="0" bIns="0" anchor="ctr"/>
          <a:lstStyle/>
          <a:p>
            <a:endParaRPr>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IN" sz="3200">
                <a:latin typeface="Calibri" panose="020F0502020204030204" pitchFamily="34" charset="0"/>
                <a:cs typeface="Calibri" panose="020F0502020204030204" pitchFamily="34" charset="0"/>
              </a:rPr>
              <a:t>Constraints can be </a:t>
            </a:r>
            <a:r>
              <a:rPr lang="en-IN" sz="3200" b="1" i="1" u="sng">
                <a:latin typeface="Calibri" panose="020F0502020204030204" pitchFamily="34" charset="0"/>
                <a:cs typeface="Calibri" panose="020F0502020204030204" pitchFamily="34" charset="0"/>
              </a:rPr>
              <a:t>column level or table level</a:t>
            </a:r>
            <a:r>
              <a:rPr lang="en-IN" sz="3200">
                <a:latin typeface="Calibri" panose="020F0502020204030204" pitchFamily="34" charset="0"/>
                <a:cs typeface="Calibri" panose="020F0502020204030204" pitchFamily="34" charset="0"/>
              </a:rPr>
              <a:t>. Column level constraints apply to a column, and table level constraints apply to the whole table.</a:t>
            </a:r>
            <a:endParaRPr>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9450823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CustomShape 1"/>
          <p:cNvSpPr/>
          <p:nvPr/>
        </p:nvSpPr>
        <p:spPr>
          <a:xfrm>
            <a:off x="504000" y="301320"/>
            <a:ext cx="9070560" cy="1261800"/>
          </a:xfrm>
          <a:prstGeom prst="rect">
            <a:avLst/>
          </a:prstGeom>
          <a:noFill/>
          <a:ln>
            <a:noFill/>
          </a:ln>
        </p:spPr>
      </p:sp>
      <p:sp>
        <p:nvSpPr>
          <p:cNvPr id="138" name="CustomShape 2"/>
          <p:cNvSpPr/>
          <p:nvPr/>
        </p:nvSpPr>
        <p:spPr>
          <a:xfrm>
            <a:off x="504000" y="1768680"/>
            <a:ext cx="9071640" cy="4383720"/>
          </a:xfrm>
          <a:prstGeom prst="rect">
            <a:avLst/>
          </a:prstGeom>
          <a:noFill/>
          <a:ln>
            <a:noFill/>
          </a:ln>
        </p:spPr>
      </p:sp>
      <p:sp>
        <p:nvSpPr>
          <p:cNvPr id="3" name="Subtitle 2"/>
          <p:cNvSpPr>
            <a:spLocks noGrp="1"/>
          </p:cNvSpPr>
          <p:nvPr>
            <p:ph type="subTitle"/>
          </p:nvPr>
        </p:nvSpPr>
        <p:spPr>
          <a:xfrm>
            <a:off x="504000" y="1"/>
            <a:ext cx="9071640" cy="7285036"/>
          </a:xfrm>
        </p:spPr>
        <p:txBody>
          <a:bodyPr/>
          <a:lstStyle/>
          <a:p>
            <a:pPr algn="ctr"/>
            <a:r>
              <a:rPr lang="en-US" sz="3600" b="1">
                <a:solidFill>
                  <a:schemeClr val="tx1"/>
                </a:solidFill>
                <a:latin typeface="Calibri" panose="020F0502020204030204" pitchFamily="34" charset="0"/>
                <a:cs typeface="Calibri" panose="020F0502020204030204" pitchFamily="34" charset="0"/>
              </a:rPr>
              <a:t>Constraints are commonly used in SQL</a:t>
            </a:r>
          </a:p>
          <a:p>
            <a:pPr algn="ctr"/>
            <a:endParaRPr lang="en-US" sz="3600" b="1">
              <a:solidFill>
                <a:schemeClr val="tx1"/>
              </a:solidFill>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b="1">
                <a:solidFill>
                  <a:schemeClr val="tx1"/>
                </a:solidFill>
                <a:latin typeface="Calibri" panose="020F0502020204030204" pitchFamily="34" charset="0"/>
                <a:cs typeface="Calibri" panose="020F0502020204030204" pitchFamily="34" charset="0"/>
              </a:rPr>
              <a:t>NOT NULL</a:t>
            </a:r>
            <a:r>
              <a:rPr lang="en-US" sz="2800">
                <a:solidFill>
                  <a:schemeClr val="tx1"/>
                </a:solidFill>
                <a:latin typeface="Calibri" panose="020F0502020204030204" pitchFamily="34" charset="0"/>
                <a:cs typeface="Calibri" panose="020F0502020204030204" pitchFamily="34" charset="0"/>
              </a:rPr>
              <a:t> - Ensures that a column cannot have a NULL       		     value</a:t>
            </a:r>
          </a:p>
          <a:p>
            <a:pPr marL="457200" indent="-457200">
              <a:buFont typeface="Wingdings" panose="05000000000000000000" pitchFamily="2" charset="2"/>
              <a:buChar char="§"/>
            </a:pPr>
            <a:endParaRPr lang="en-US" sz="2800">
              <a:solidFill>
                <a:schemeClr val="tx1"/>
              </a:solidFill>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b="1">
                <a:solidFill>
                  <a:schemeClr val="tx1"/>
                </a:solidFill>
                <a:latin typeface="Calibri" panose="020F0502020204030204" pitchFamily="34" charset="0"/>
                <a:cs typeface="Calibri" panose="020F0502020204030204" pitchFamily="34" charset="0"/>
              </a:rPr>
              <a:t>UNIQUE</a:t>
            </a:r>
            <a:r>
              <a:rPr lang="en-US" sz="2800">
                <a:solidFill>
                  <a:schemeClr val="tx1"/>
                </a:solidFill>
                <a:latin typeface="Calibri" panose="020F0502020204030204" pitchFamily="34" charset="0"/>
                <a:cs typeface="Calibri" panose="020F0502020204030204" pitchFamily="34" charset="0"/>
              </a:rPr>
              <a:t> - Ensures that all values in a column are different</a:t>
            </a:r>
          </a:p>
          <a:p>
            <a:pPr marL="457200" indent="-457200">
              <a:buFont typeface="Wingdings" panose="05000000000000000000" pitchFamily="2" charset="2"/>
              <a:buChar char="§"/>
            </a:pPr>
            <a:endParaRPr lang="en-US" sz="2800">
              <a:solidFill>
                <a:schemeClr val="tx1"/>
              </a:solidFill>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b="1">
                <a:solidFill>
                  <a:schemeClr val="tx1"/>
                </a:solidFill>
                <a:latin typeface="Calibri" panose="020F0502020204030204" pitchFamily="34" charset="0"/>
                <a:cs typeface="Calibri" panose="020F0502020204030204" pitchFamily="34" charset="0"/>
              </a:rPr>
              <a:t>PRIMARY KEY</a:t>
            </a:r>
            <a:r>
              <a:rPr lang="en-US" sz="2800">
                <a:solidFill>
                  <a:schemeClr val="tx1"/>
                </a:solidFill>
                <a:latin typeface="Calibri" panose="020F0502020204030204" pitchFamily="34" charset="0"/>
                <a:cs typeface="Calibri" panose="020F0502020204030204" pitchFamily="34" charset="0"/>
              </a:rPr>
              <a:t> - A combination of a NOT NULL and UNIQUE.</a:t>
            </a:r>
          </a:p>
          <a:p>
            <a:r>
              <a:rPr lang="en-US" sz="2800">
                <a:solidFill>
                  <a:schemeClr val="tx1"/>
                </a:solidFill>
                <a:latin typeface="Calibri" panose="020F0502020204030204" pitchFamily="34" charset="0"/>
                <a:cs typeface="Calibri" panose="020F0502020204030204" pitchFamily="34" charset="0"/>
              </a:rPr>
              <a:t>                                  Uniquely identifies each row in a table</a:t>
            </a:r>
          </a:p>
          <a:p>
            <a:pPr marL="457200" indent="-457200">
              <a:buFont typeface="Wingdings" panose="05000000000000000000" pitchFamily="2" charset="2"/>
              <a:buChar char="§"/>
            </a:pPr>
            <a:endParaRPr lang="en-US" sz="2800">
              <a:solidFill>
                <a:schemeClr val="tx1"/>
              </a:solidFill>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b="1">
                <a:solidFill>
                  <a:schemeClr val="tx1"/>
                </a:solidFill>
                <a:latin typeface="Calibri" panose="020F0502020204030204" pitchFamily="34" charset="0"/>
                <a:cs typeface="Calibri" panose="020F0502020204030204" pitchFamily="34" charset="0"/>
              </a:rPr>
              <a:t>FOREIGN KEY</a:t>
            </a:r>
            <a:r>
              <a:rPr lang="en-US" sz="2800">
                <a:solidFill>
                  <a:schemeClr val="tx1"/>
                </a:solidFill>
                <a:latin typeface="Calibri" panose="020F0502020204030204" pitchFamily="34" charset="0"/>
                <a:cs typeface="Calibri" panose="020F0502020204030204" pitchFamily="34" charset="0"/>
              </a:rPr>
              <a:t> - Uniquely identifies a row/record in another</a:t>
            </a:r>
          </a:p>
          <a:p>
            <a:r>
              <a:rPr lang="en-US" sz="2800">
                <a:solidFill>
                  <a:schemeClr val="tx1"/>
                </a:solidFill>
                <a:latin typeface="Calibri" panose="020F0502020204030204" pitchFamily="34" charset="0"/>
                <a:cs typeface="Calibri" panose="020F0502020204030204" pitchFamily="34" charset="0"/>
              </a:rPr>
              <a:t>                                 table</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CustomShape 1"/>
          <p:cNvSpPr/>
          <p:nvPr/>
        </p:nvSpPr>
        <p:spPr>
          <a:xfrm>
            <a:off x="504000" y="301320"/>
            <a:ext cx="9070560" cy="1261800"/>
          </a:xfrm>
          <a:prstGeom prst="rect">
            <a:avLst/>
          </a:prstGeom>
          <a:noFill/>
          <a:ln>
            <a:noFill/>
          </a:ln>
        </p:spPr>
      </p:sp>
      <p:sp>
        <p:nvSpPr>
          <p:cNvPr id="138" name="CustomShape 2"/>
          <p:cNvSpPr/>
          <p:nvPr/>
        </p:nvSpPr>
        <p:spPr>
          <a:xfrm>
            <a:off x="504000" y="1768680"/>
            <a:ext cx="9071640" cy="4383720"/>
          </a:xfrm>
          <a:prstGeom prst="rect">
            <a:avLst/>
          </a:prstGeom>
          <a:noFill/>
          <a:ln>
            <a:noFill/>
          </a:ln>
        </p:spPr>
      </p:sp>
      <p:sp>
        <p:nvSpPr>
          <p:cNvPr id="3" name="Subtitle 2"/>
          <p:cNvSpPr>
            <a:spLocks noGrp="1"/>
          </p:cNvSpPr>
          <p:nvPr>
            <p:ph type="subTitle"/>
          </p:nvPr>
        </p:nvSpPr>
        <p:spPr>
          <a:xfrm>
            <a:off x="504000" y="301321"/>
            <a:ext cx="9071640" cy="6983716"/>
          </a:xfrm>
        </p:spPr>
        <p:txBody>
          <a:bodyPr/>
          <a:lstStyle/>
          <a:p>
            <a:pPr algn="ctr"/>
            <a:r>
              <a:rPr lang="en-US" sz="3600" b="1">
                <a:solidFill>
                  <a:schemeClr val="tx1"/>
                </a:solidFill>
                <a:latin typeface="Calibri" panose="020F0502020204030204" pitchFamily="34" charset="0"/>
                <a:cs typeface="Calibri" panose="020F0502020204030204" pitchFamily="34" charset="0"/>
              </a:rPr>
              <a:t>Constraints are commonly used in SQL</a:t>
            </a:r>
          </a:p>
          <a:p>
            <a:pPr algn="ctr"/>
            <a:endParaRPr lang="en-US" sz="3600" b="1">
              <a:solidFill>
                <a:schemeClr val="tx1"/>
              </a:solidFill>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b="1">
                <a:solidFill>
                  <a:schemeClr val="tx1"/>
                </a:solidFill>
                <a:latin typeface="Calibri" panose="020F0502020204030204" pitchFamily="34" charset="0"/>
                <a:cs typeface="Calibri" panose="020F0502020204030204" pitchFamily="34" charset="0"/>
              </a:rPr>
              <a:t>CHECK</a:t>
            </a:r>
            <a:r>
              <a:rPr lang="en-US" sz="2800">
                <a:solidFill>
                  <a:schemeClr val="tx1"/>
                </a:solidFill>
                <a:latin typeface="Calibri" panose="020F0502020204030204" pitchFamily="34" charset="0"/>
                <a:cs typeface="Calibri" panose="020F0502020204030204" pitchFamily="34" charset="0"/>
              </a:rPr>
              <a:t> - Ensures that all values in a column satisfies a </a:t>
            </a:r>
          </a:p>
          <a:p>
            <a:r>
              <a:rPr lang="en-US" sz="2800">
                <a:solidFill>
                  <a:schemeClr val="tx1"/>
                </a:solidFill>
                <a:latin typeface="Calibri" panose="020F0502020204030204" pitchFamily="34" charset="0"/>
                <a:cs typeface="Calibri" panose="020F0502020204030204" pitchFamily="34" charset="0"/>
              </a:rPr>
              <a:t>                     specific condition</a:t>
            </a:r>
          </a:p>
          <a:p>
            <a:pPr marL="457200" indent="-457200">
              <a:buFont typeface="Wingdings" panose="05000000000000000000" pitchFamily="2" charset="2"/>
              <a:buChar char="§"/>
            </a:pPr>
            <a:endParaRPr lang="en-US" sz="2800">
              <a:solidFill>
                <a:schemeClr val="tx1"/>
              </a:solidFill>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b="1">
                <a:solidFill>
                  <a:schemeClr val="tx1"/>
                </a:solidFill>
                <a:latin typeface="Calibri" panose="020F0502020204030204" pitchFamily="34" charset="0"/>
                <a:cs typeface="Calibri" panose="020F0502020204030204" pitchFamily="34" charset="0"/>
              </a:rPr>
              <a:t>DEFAULT</a:t>
            </a:r>
            <a:r>
              <a:rPr lang="en-US" sz="2800">
                <a:solidFill>
                  <a:schemeClr val="tx1"/>
                </a:solidFill>
                <a:latin typeface="Calibri" panose="020F0502020204030204" pitchFamily="34" charset="0"/>
                <a:cs typeface="Calibri" panose="020F0502020204030204" pitchFamily="34" charset="0"/>
              </a:rPr>
              <a:t> - Sets a default value for a column when no value</a:t>
            </a:r>
          </a:p>
          <a:p>
            <a:r>
              <a:rPr lang="en-US" sz="2800">
                <a:solidFill>
                  <a:schemeClr val="tx1"/>
                </a:solidFill>
                <a:latin typeface="Calibri" panose="020F0502020204030204" pitchFamily="34" charset="0"/>
                <a:cs typeface="Calibri" panose="020F0502020204030204" pitchFamily="34" charset="0"/>
              </a:rPr>
              <a:t>                          is specified</a:t>
            </a:r>
          </a:p>
          <a:p>
            <a:pPr marL="457200" indent="-457200">
              <a:buFont typeface="Wingdings" panose="05000000000000000000" pitchFamily="2" charset="2"/>
              <a:buChar char="§"/>
            </a:pPr>
            <a:endParaRPr lang="en-US" sz="2800">
              <a:solidFill>
                <a:schemeClr val="tx1"/>
              </a:solidFill>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b="1">
                <a:solidFill>
                  <a:schemeClr val="tx1"/>
                </a:solidFill>
                <a:latin typeface="Calibri" panose="020F0502020204030204" pitchFamily="34" charset="0"/>
                <a:cs typeface="Calibri" panose="020F0502020204030204" pitchFamily="34" charset="0"/>
              </a:rPr>
              <a:t>INDEX</a:t>
            </a:r>
            <a:r>
              <a:rPr lang="en-US" sz="2800">
                <a:solidFill>
                  <a:schemeClr val="tx1"/>
                </a:solidFill>
                <a:latin typeface="Calibri" panose="020F0502020204030204" pitchFamily="34" charset="0"/>
                <a:cs typeface="Calibri" panose="020F0502020204030204" pitchFamily="34" charset="0"/>
              </a:rPr>
              <a:t> - Used to create and retrieve data from the </a:t>
            </a:r>
          </a:p>
          <a:p>
            <a:r>
              <a:rPr lang="en-US" sz="2800">
                <a:solidFill>
                  <a:schemeClr val="tx1"/>
                </a:solidFill>
                <a:latin typeface="Calibri" panose="020F0502020204030204" pitchFamily="34" charset="0"/>
                <a:cs typeface="Calibri" panose="020F0502020204030204" pitchFamily="34" charset="0"/>
              </a:rPr>
              <a:t>                    database very quickly</a:t>
            </a:r>
          </a:p>
          <a:p>
            <a:br>
              <a:rPr lang="en-US" sz="2800">
                <a:solidFill>
                  <a:schemeClr val="tx1"/>
                </a:solidFill>
                <a:latin typeface="Calibri" panose="020F0502020204030204" pitchFamily="34" charset="0"/>
                <a:cs typeface="Calibri" panose="020F0502020204030204" pitchFamily="34" charset="0"/>
              </a:rPr>
            </a:br>
            <a:endParaRPr lang="en-US" sz="280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204302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CustomShape 1"/>
          <p:cNvSpPr/>
          <p:nvPr/>
        </p:nvSpPr>
        <p:spPr>
          <a:xfrm>
            <a:off x="504000" y="301320"/>
            <a:ext cx="9070560" cy="1261800"/>
          </a:xfrm>
          <a:prstGeom prst="rect">
            <a:avLst/>
          </a:prstGeom>
          <a:noFill/>
          <a:ln>
            <a:noFill/>
          </a:ln>
        </p:spPr>
      </p:sp>
      <p:sp>
        <p:nvSpPr>
          <p:cNvPr id="140"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200" b="1"/>
              <a:t>SQL NOT NULL Constraint</a:t>
            </a:r>
            <a:br>
              <a:rPr lang="en-US"/>
            </a:br>
            <a:endParaRPr lang="en-US"/>
          </a:p>
        </p:txBody>
      </p:sp>
      <p:sp>
        <p:nvSpPr>
          <p:cNvPr id="3" name="Subtitle 2"/>
          <p:cNvSpPr>
            <a:spLocks noGrp="1"/>
          </p:cNvSpPr>
          <p:nvPr>
            <p:ph type="subTitle"/>
          </p:nvPr>
        </p:nvSpPr>
        <p:spPr/>
        <p:txBody>
          <a:bodyPr/>
          <a:lstStyle/>
          <a:p>
            <a:endParaRPr lang="en-US" sz="3200" b="1" i="1"/>
          </a:p>
          <a:p>
            <a:endParaRPr lang="en-US" sz="3200" b="1" i="1"/>
          </a:p>
          <a:p>
            <a:endParaRPr lang="en-US" sz="3200" b="1" i="1"/>
          </a:p>
          <a:p>
            <a:endParaRPr lang="en-US" sz="3200" b="1" i="1"/>
          </a:p>
          <a:p>
            <a:endParaRPr lang="en-US" sz="3200" b="1" i="1"/>
          </a:p>
          <a:p>
            <a:endParaRPr lang="en-US" sz="3200" b="1" i="1"/>
          </a:p>
          <a:p>
            <a:endParaRPr lang="en-US" sz="3200" b="1" i="1"/>
          </a:p>
          <a:p>
            <a:endParaRPr lang="en-US" sz="3200" b="1" i="1"/>
          </a:p>
          <a:p>
            <a:endParaRPr lang="en-US" sz="3200" b="1" i="1"/>
          </a:p>
          <a:p>
            <a:endParaRPr lang="en-US" sz="3200" b="1" i="1"/>
          </a:p>
          <a:p>
            <a:endParaRPr lang="en-US" sz="3200" b="1" i="1"/>
          </a:p>
          <a:p>
            <a:pPr algn="l"/>
            <a:endParaRPr lang="en-US" sz="3200" b="1" i="1">
              <a:latin typeface="Calibri" panose="020F0502020204030204" pitchFamily="34" charset="0"/>
              <a:cs typeface="Calibri" panose="020F0502020204030204" pitchFamily="34" charset="0"/>
            </a:endParaRPr>
          </a:p>
          <a:p>
            <a:endParaRPr lang="en-US" sz="3200" b="1" i="1">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3200" b="1" i="1">
                <a:latin typeface="Calibri" panose="020F0502020204030204" pitchFamily="34" charset="0"/>
                <a:cs typeface="Calibri" panose="020F0502020204030204" pitchFamily="34" charset="0"/>
              </a:rPr>
              <a:t>By default, a column can hold NULL values</a:t>
            </a:r>
            <a:r>
              <a:rPr lang="en-US" sz="3200">
                <a:latin typeface="Calibri" panose="020F0502020204030204" pitchFamily="34" charset="0"/>
                <a:cs typeface="Calibri" panose="020F0502020204030204" pitchFamily="34" charset="0"/>
              </a:rPr>
              <a:t>.</a:t>
            </a:r>
          </a:p>
          <a:p>
            <a:pPr marL="457200" indent="-457200">
              <a:buFont typeface="Wingdings" panose="05000000000000000000" pitchFamily="2" charset="2"/>
              <a:buChar char="§"/>
            </a:pPr>
            <a:r>
              <a:rPr lang="en-US" sz="3200">
                <a:latin typeface="Calibri" panose="020F0502020204030204" pitchFamily="34" charset="0"/>
                <a:cs typeface="Calibri" panose="020F0502020204030204" pitchFamily="34" charset="0"/>
              </a:rPr>
              <a:t>The NOT NULL constraint enforces a column to NOT accept NULL values.</a:t>
            </a:r>
          </a:p>
          <a:p>
            <a:pPr marL="457200" indent="-457200">
              <a:buFont typeface="Wingdings" panose="05000000000000000000" pitchFamily="2" charset="2"/>
              <a:buChar char="§"/>
            </a:pPr>
            <a:r>
              <a:rPr lang="en-US" sz="3200">
                <a:latin typeface="Calibri" panose="020F0502020204030204" pitchFamily="34" charset="0"/>
                <a:cs typeface="Calibri" panose="020F0502020204030204" pitchFamily="34" charset="0"/>
              </a:rPr>
              <a:t>This enforces a field to always contain a value, which means that you cannot insert a new record, or update a record without adding a value to this field.</a:t>
            </a:r>
          </a:p>
          <a:p>
            <a:pPr marL="457200" indent="-457200">
              <a:buFont typeface="Wingdings" panose="05000000000000000000" pitchFamily="2" charset="2"/>
              <a:buChar char="§"/>
            </a:pPr>
            <a:r>
              <a:rPr lang="en-US" sz="3200">
                <a:latin typeface="Calibri" panose="020F0502020204030204" pitchFamily="34" charset="0"/>
                <a:cs typeface="Calibri" panose="020F0502020204030204" pitchFamily="34" charset="0"/>
              </a:rPr>
              <a:t>The following SQL ensures that the "ID", "</a:t>
            </a:r>
            <a:r>
              <a:rPr lang="en-US" sz="3200" err="1">
                <a:latin typeface="Calibri" panose="020F0502020204030204" pitchFamily="34" charset="0"/>
                <a:cs typeface="Calibri" panose="020F0502020204030204" pitchFamily="34" charset="0"/>
              </a:rPr>
              <a:t>LastName</a:t>
            </a:r>
            <a:r>
              <a:rPr lang="en-US" sz="3200">
                <a:latin typeface="Calibri" panose="020F0502020204030204" pitchFamily="34" charset="0"/>
                <a:cs typeface="Calibri" panose="020F0502020204030204" pitchFamily="34" charset="0"/>
              </a:rPr>
              <a:t>", and "</a:t>
            </a:r>
            <a:r>
              <a:rPr lang="en-US" sz="3200" err="1">
                <a:latin typeface="Calibri" panose="020F0502020204030204" pitchFamily="34" charset="0"/>
                <a:cs typeface="Calibri" panose="020F0502020204030204" pitchFamily="34" charset="0"/>
              </a:rPr>
              <a:t>FirstName</a:t>
            </a:r>
            <a:r>
              <a:rPr lang="en-US" sz="3200">
                <a:latin typeface="Calibri" panose="020F0502020204030204" pitchFamily="34" charset="0"/>
                <a:cs typeface="Calibri" panose="020F0502020204030204" pitchFamily="34" charset="0"/>
              </a:rPr>
              <a:t>" columns will NOT accept NULL values:</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CustomShape 1"/>
          <p:cNvSpPr/>
          <p:nvPr/>
        </p:nvSpPr>
        <p:spPr>
          <a:xfrm>
            <a:off x="504000" y="301320"/>
            <a:ext cx="9070560" cy="1261800"/>
          </a:xfrm>
          <a:prstGeom prst="rect">
            <a:avLst/>
          </a:prstGeom>
          <a:noFill/>
          <a:ln>
            <a:noFill/>
          </a:ln>
        </p:spPr>
      </p:sp>
      <p:sp>
        <p:nvSpPr>
          <p:cNvPr id="140" name="CustomShape 2"/>
          <p:cNvSpPr/>
          <p:nvPr/>
        </p:nvSpPr>
        <p:spPr>
          <a:xfrm>
            <a:off x="504000" y="1768680"/>
            <a:ext cx="9071640" cy="4383720"/>
          </a:xfrm>
          <a:prstGeom prst="rect">
            <a:avLst/>
          </a:prstGeom>
          <a:noFill/>
          <a:ln>
            <a:noFill/>
          </a:ln>
        </p:spPr>
      </p:sp>
      <p:sp>
        <p:nvSpPr>
          <p:cNvPr id="3" name="Subtitle 2"/>
          <p:cNvSpPr>
            <a:spLocks noGrp="1"/>
          </p:cNvSpPr>
          <p:nvPr>
            <p:ph type="subTitle"/>
          </p:nvPr>
        </p:nvSpPr>
        <p:spPr/>
        <p:txBody>
          <a:bodyPr/>
          <a:lstStyle/>
          <a:p>
            <a:endParaRPr lang="en-US" sz="3200" b="1"/>
          </a:p>
          <a:p>
            <a:endParaRPr lang="en-US" sz="3200" b="1"/>
          </a:p>
          <a:p>
            <a:endParaRPr lang="en-US" sz="3200" b="1"/>
          </a:p>
          <a:p>
            <a:endParaRPr lang="en-US" sz="3200" b="1"/>
          </a:p>
          <a:p>
            <a:endParaRPr lang="en-US" sz="3200" b="1"/>
          </a:p>
          <a:p>
            <a:endParaRPr lang="en-US" sz="3200" b="1"/>
          </a:p>
          <a:p>
            <a:endParaRPr lang="en-US" sz="3200" b="1"/>
          </a:p>
          <a:p>
            <a:endParaRPr lang="en-US" sz="3200" b="1"/>
          </a:p>
          <a:p>
            <a:endParaRPr lang="en-US" sz="3200" b="1"/>
          </a:p>
          <a:p>
            <a:endParaRPr lang="en-US" sz="3200" b="1"/>
          </a:p>
          <a:p>
            <a:endParaRPr lang="en-US" sz="3200" b="1"/>
          </a:p>
          <a:p>
            <a:endParaRPr lang="en-US" sz="3200" b="1"/>
          </a:p>
          <a:p>
            <a:endParaRPr lang="en-US" sz="3200" b="1"/>
          </a:p>
          <a:p>
            <a:endParaRPr lang="en-US" sz="3200" b="1"/>
          </a:p>
          <a:p>
            <a:endParaRPr lang="en-US" sz="3200" b="1"/>
          </a:p>
          <a:p>
            <a:endParaRPr lang="en-US" sz="3200" b="1"/>
          </a:p>
          <a:p>
            <a:r>
              <a:rPr lang="en-US" sz="3200" b="1">
                <a:latin typeface="Calibri" panose="020F0502020204030204" pitchFamily="34" charset="0"/>
                <a:cs typeface="Calibri" panose="020F0502020204030204" pitchFamily="34" charset="0"/>
              </a:rPr>
              <a:t>CREATE TABLE Persons (</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ID </a:t>
            </a:r>
            <a:r>
              <a:rPr lang="en-US" sz="3200" b="1" err="1">
                <a:latin typeface="Calibri" panose="020F0502020204030204" pitchFamily="34" charset="0"/>
                <a:cs typeface="Calibri" panose="020F0502020204030204" pitchFamily="34" charset="0"/>
              </a:rPr>
              <a:t>int</a:t>
            </a:r>
            <a:r>
              <a:rPr lang="en-US" sz="3200" b="1">
                <a:latin typeface="Calibri" panose="020F0502020204030204" pitchFamily="34" charset="0"/>
                <a:cs typeface="Calibri" panose="020F0502020204030204" pitchFamily="34" charset="0"/>
              </a:rPr>
              <a:t> NOT NULL,</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a:t>
            </a:r>
            <a:r>
              <a:rPr lang="en-US" sz="3200" b="1" err="1">
                <a:latin typeface="Calibri" panose="020F0502020204030204" pitchFamily="34" charset="0"/>
                <a:cs typeface="Calibri" panose="020F0502020204030204" pitchFamily="34" charset="0"/>
              </a:rPr>
              <a:t>LastName</a:t>
            </a:r>
            <a:r>
              <a:rPr lang="en-US" sz="3200" b="1">
                <a:latin typeface="Calibri" panose="020F0502020204030204" pitchFamily="34" charset="0"/>
                <a:cs typeface="Calibri" panose="020F0502020204030204" pitchFamily="34" charset="0"/>
              </a:rPr>
              <a:t> varchar(255) NOT NULL,</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a:t>
            </a:r>
            <a:r>
              <a:rPr lang="en-US" sz="3200" b="1" err="1">
                <a:latin typeface="Calibri" panose="020F0502020204030204" pitchFamily="34" charset="0"/>
                <a:cs typeface="Calibri" panose="020F0502020204030204" pitchFamily="34" charset="0"/>
              </a:rPr>
              <a:t>FirstName</a:t>
            </a:r>
            <a:r>
              <a:rPr lang="en-US" sz="3200" b="1">
                <a:latin typeface="Calibri" panose="020F0502020204030204" pitchFamily="34" charset="0"/>
                <a:cs typeface="Calibri" panose="020F0502020204030204" pitchFamily="34" charset="0"/>
              </a:rPr>
              <a:t> varchar(255) NOT NULL,</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Age </a:t>
            </a:r>
            <a:r>
              <a:rPr lang="en-US" sz="3200" b="1" err="1">
                <a:latin typeface="Calibri" panose="020F0502020204030204" pitchFamily="34" charset="0"/>
                <a:cs typeface="Calibri" panose="020F0502020204030204" pitchFamily="34" charset="0"/>
              </a:rPr>
              <a:t>int</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a:t>
            </a:r>
          </a:p>
          <a:p>
            <a:endParaRPr lang="en-US" sz="3200">
              <a:latin typeface="Calibri" panose="020F0502020204030204" pitchFamily="34" charset="0"/>
              <a:cs typeface="Calibri" panose="020F0502020204030204" pitchFamily="34" charset="0"/>
            </a:endParaRPr>
          </a:p>
          <a:p>
            <a:r>
              <a:rPr lang="en-US" sz="3200">
                <a:latin typeface="Calibri" panose="020F0502020204030204" pitchFamily="34" charset="0"/>
                <a:cs typeface="Calibri" panose="020F0502020204030204" pitchFamily="34" charset="0"/>
              </a:rPr>
              <a:t>If the table has already been created, you can add a NOT NULL constraint to a column with the ALTER TABLE statement.</a:t>
            </a:r>
          </a:p>
          <a:p>
            <a:br>
              <a:rPr lang="en-US">
                <a:latin typeface="Calibri" panose="020F0502020204030204" pitchFamily="34" charset="0"/>
                <a:cs typeface="Calibri" panose="020F0502020204030204" pitchFamily="34" charset="0"/>
              </a:rPr>
            </a:br>
            <a:endParaRPr lang="en-US">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p:txBody>
          <a:bodyPr/>
          <a:lstStyle/>
          <a:p>
            <a:pPr algn="l"/>
            <a:r>
              <a:rPr lang="en-US" sz="3200" b="1"/>
              <a:t>SQL NOT NULL Constraint</a:t>
            </a:r>
            <a:br>
              <a:rPr lang="en-US"/>
            </a:br>
            <a:endParaRPr lang="en-US"/>
          </a:p>
        </p:txBody>
      </p:sp>
    </p:spTree>
    <p:extLst>
      <p:ext uri="{BB962C8B-B14F-4D97-AF65-F5344CB8AC3E}">
        <p14:creationId xmlns:p14="http://schemas.microsoft.com/office/powerpoint/2010/main" val="88475248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1"/>
          <p:cNvSpPr/>
          <p:nvPr/>
        </p:nvSpPr>
        <p:spPr>
          <a:xfrm>
            <a:off x="504000" y="301320"/>
            <a:ext cx="9070560" cy="1261800"/>
          </a:xfrm>
          <a:prstGeom prst="rect">
            <a:avLst/>
          </a:prstGeom>
          <a:noFill/>
          <a:ln>
            <a:noFill/>
          </a:ln>
        </p:spPr>
      </p:sp>
      <p:sp>
        <p:nvSpPr>
          <p:cNvPr id="142"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600" b="1"/>
              <a:t>SQL UNIQUE Constraint</a:t>
            </a:r>
            <a:br>
              <a:rPr lang="en-US"/>
            </a:br>
            <a:endParaRPr lang="en-US"/>
          </a:p>
        </p:txBody>
      </p:sp>
      <p:sp>
        <p:nvSpPr>
          <p:cNvPr id="3" name="Subtitle 2"/>
          <p:cNvSpPr>
            <a:spLocks noGrp="1"/>
          </p:cNvSpPr>
          <p:nvPr>
            <p:ph type="subTitle"/>
          </p:nvPr>
        </p:nvSpPr>
        <p:spPr/>
        <p:txBody>
          <a:bodyPr/>
          <a:lstStyle/>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pPr algn="l"/>
            <a:endParaRPr lang="en-US" sz="2800"/>
          </a:p>
          <a:p>
            <a:endParaRPr lang="en-US" sz="2800"/>
          </a:p>
          <a:p>
            <a:endParaRPr lang="en-US" sz="2800"/>
          </a:p>
          <a:p>
            <a:pPr marL="457200" indent="-457200">
              <a:buFont typeface="Wingdings" panose="05000000000000000000" pitchFamily="2" charset="2"/>
              <a:buChar char="§"/>
            </a:pPr>
            <a:r>
              <a:rPr lang="en-US" sz="2800">
                <a:latin typeface="Calibri" panose="020F0502020204030204" pitchFamily="34" charset="0"/>
                <a:cs typeface="Calibri" panose="020F0502020204030204" pitchFamily="34" charset="0"/>
              </a:rPr>
              <a:t>The UNIQUE constraint ensures that all values in a column are different.</a:t>
            </a:r>
          </a:p>
          <a:p>
            <a:endParaRPr lang="en-US" sz="280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a:latin typeface="Calibri" panose="020F0502020204030204" pitchFamily="34" charset="0"/>
                <a:cs typeface="Calibri" panose="020F0502020204030204" pitchFamily="34" charset="0"/>
              </a:rPr>
              <a:t>Both the </a:t>
            </a:r>
            <a:r>
              <a:rPr lang="en-US" sz="2800" b="1" i="1">
                <a:latin typeface="Calibri" panose="020F0502020204030204" pitchFamily="34" charset="0"/>
                <a:cs typeface="Calibri" panose="020F0502020204030204" pitchFamily="34" charset="0"/>
              </a:rPr>
              <a:t>UNIQUE and PRIMARY KEY </a:t>
            </a:r>
            <a:r>
              <a:rPr lang="en-US" sz="2800">
                <a:latin typeface="Calibri" panose="020F0502020204030204" pitchFamily="34" charset="0"/>
                <a:cs typeface="Calibri" panose="020F0502020204030204" pitchFamily="34" charset="0"/>
              </a:rPr>
              <a:t>constraints provide a guarantee for uniqueness for a column or set of columns.</a:t>
            </a:r>
          </a:p>
          <a:p>
            <a:endParaRPr lang="en-US" sz="280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a:latin typeface="Calibri" panose="020F0502020204030204" pitchFamily="34" charset="0"/>
                <a:cs typeface="Calibri" panose="020F0502020204030204" pitchFamily="34" charset="0"/>
              </a:rPr>
              <a:t>A PRIMARY KEY constraint automatically has a UNIQUE constraint.</a:t>
            </a:r>
          </a:p>
          <a:p>
            <a:pPr marL="457200" indent="-457200">
              <a:buFont typeface="Wingdings" panose="05000000000000000000" pitchFamily="2" charset="2"/>
              <a:buChar char="§"/>
            </a:pPr>
            <a:r>
              <a:rPr lang="en-US" sz="2800">
                <a:latin typeface="Calibri" panose="020F0502020204030204" pitchFamily="34" charset="0"/>
                <a:cs typeface="Calibri" panose="020F0502020204030204" pitchFamily="34" charset="0"/>
              </a:rPr>
              <a:t>However, you can have many UNIQUE constraints per table, but only one PRIMARY KEY constraint per table.</a:t>
            </a:r>
          </a:p>
          <a:p>
            <a:br>
              <a:rPr lang="en-US" sz="2800">
                <a:latin typeface="Calibri" panose="020F0502020204030204" pitchFamily="34" charset="0"/>
                <a:cs typeface="Calibri" panose="020F0502020204030204" pitchFamily="34" charset="0"/>
              </a:rPr>
            </a:br>
            <a:endParaRPr lang="en-US" sz="280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CustomShape 2"/>
          <p:cNvSpPr/>
          <p:nvPr/>
        </p:nvSpPr>
        <p:spPr>
          <a:xfrm>
            <a:off x="504000" y="1768680"/>
            <a:ext cx="9071640" cy="4383720"/>
          </a:xfrm>
          <a:prstGeom prst="rect">
            <a:avLst/>
          </a:prstGeom>
          <a:noFill/>
          <a:ln>
            <a:noFill/>
          </a:ln>
        </p:spPr>
      </p:sp>
      <p:sp>
        <p:nvSpPr>
          <p:cNvPr id="3" name="Subtitle 2"/>
          <p:cNvSpPr>
            <a:spLocks noGrp="1"/>
          </p:cNvSpPr>
          <p:nvPr>
            <p:ph type="subTitle"/>
          </p:nvPr>
        </p:nvSpPr>
        <p:spPr/>
        <p:txBody>
          <a:bodyPr/>
          <a:lstStyle/>
          <a:p>
            <a:endParaRPr lang="en-US" sz="3200" b="1"/>
          </a:p>
          <a:p>
            <a:endParaRPr lang="en-US" sz="3200" b="1"/>
          </a:p>
          <a:p>
            <a:endParaRPr lang="en-US" sz="3200" b="1"/>
          </a:p>
          <a:p>
            <a:endParaRPr lang="en-US" sz="3200" b="1"/>
          </a:p>
          <a:p>
            <a:endParaRPr lang="en-US" sz="3200" b="1"/>
          </a:p>
          <a:p>
            <a:endParaRPr lang="en-US" sz="3200" b="1"/>
          </a:p>
          <a:p>
            <a:endParaRPr lang="en-US" sz="3200" b="1"/>
          </a:p>
          <a:p>
            <a:endParaRPr lang="en-US" sz="3200" b="1"/>
          </a:p>
          <a:p>
            <a:endParaRPr lang="en-US" sz="3200" b="1"/>
          </a:p>
          <a:p>
            <a:endParaRPr lang="en-US" sz="3200" b="1"/>
          </a:p>
          <a:p>
            <a:endParaRPr lang="en-US" sz="3200" b="1"/>
          </a:p>
          <a:p>
            <a:r>
              <a:rPr lang="en-US" sz="3200" b="1">
                <a:latin typeface="Calibri" panose="020F0502020204030204" pitchFamily="34" charset="0"/>
                <a:cs typeface="Calibri" panose="020F0502020204030204" pitchFamily="34" charset="0"/>
              </a:rPr>
              <a:t>CREATE TABLE Persons (</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ID </a:t>
            </a:r>
            <a:r>
              <a:rPr lang="en-US" sz="3200" b="1" err="1">
                <a:latin typeface="Calibri" panose="020F0502020204030204" pitchFamily="34" charset="0"/>
                <a:cs typeface="Calibri" panose="020F0502020204030204" pitchFamily="34" charset="0"/>
              </a:rPr>
              <a:t>int</a:t>
            </a:r>
            <a:r>
              <a:rPr lang="en-US" sz="3200" b="1">
                <a:latin typeface="Calibri" panose="020F0502020204030204" pitchFamily="34" charset="0"/>
                <a:cs typeface="Calibri" panose="020F0502020204030204" pitchFamily="34" charset="0"/>
              </a:rPr>
              <a:t> NOT NULL,</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a:t>
            </a:r>
            <a:r>
              <a:rPr lang="en-US" sz="3200" b="1" err="1">
                <a:latin typeface="Calibri" panose="020F0502020204030204" pitchFamily="34" charset="0"/>
                <a:cs typeface="Calibri" panose="020F0502020204030204" pitchFamily="34" charset="0"/>
              </a:rPr>
              <a:t>LastName</a:t>
            </a:r>
            <a:r>
              <a:rPr lang="en-US" sz="3200" b="1">
                <a:latin typeface="Calibri" panose="020F0502020204030204" pitchFamily="34" charset="0"/>
                <a:cs typeface="Calibri" panose="020F0502020204030204" pitchFamily="34" charset="0"/>
              </a:rPr>
              <a:t> varchar(255) NOT NULL,</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a:t>
            </a:r>
            <a:r>
              <a:rPr lang="en-US" sz="3200" b="1" err="1">
                <a:latin typeface="Calibri" panose="020F0502020204030204" pitchFamily="34" charset="0"/>
                <a:cs typeface="Calibri" panose="020F0502020204030204" pitchFamily="34" charset="0"/>
              </a:rPr>
              <a:t>FirstName</a:t>
            </a:r>
            <a:r>
              <a:rPr lang="en-US" sz="3200" b="1">
                <a:latin typeface="Calibri" panose="020F0502020204030204" pitchFamily="34" charset="0"/>
                <a:cs typeface="Calibri" panose="020F0502020204030204" pitchFamily="34" charset="0"/>
              </a:rPr>
              <a:t> varchar(255),</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Age </a:t>
            </a:r>
            <a:r>
              <a:rPr lang="en-US" sz="3200" b="1" err="1">
                <a:latin typeface="Calibri" panose="020F0502020204030204" pitchFamily="34" charset="0"/>
                <a:cs typeface="Calibri" panose="020F0502020204030204" pitchFamily="34" charset="0"/>
              </a:rPr>
              <a:t>int</a:t>
            </a:r>
            <a:r>
              <a:rPr lang="en-US" sz="3200" b="1">
                <a:latin typeface="Calibri" panose="020F0502020204030204" pitchFamily="34" charset="0"/>
                <a:cs typeface="Calibri" panose="020F0502020204030204" pitchFamily="34" charset="0"/>
              </a:rPr>
              <a:t>,</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UNIQUE (ID)</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CustomShape 1"/>
          <p:cNvSpPr/>
          <p:nvPr/>
        </p:nvSpPr>
        <p:spPr>
          <a:xfrm>
            <a:off x="504000" y="301320"/>
            <a:ext cx="9070560" cy="1261800"/>
          </a:xfrm>
          <a:prstGeom prst="rect">
            <a:avLst/>
          </a:prstGeom>
          <a:noFill/>
          <a:ln>
            <a:noFill/>
          </a:ln>
        </p:spPr>
      </p:sp>
      <p:sp>
        <p:nvSpPr>
          <p:cNvPr id="146"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r>
              <a:rPr lang="en-US" sz="3200" b="1"/>
              <a:t>To name a UNIQUE constraint, and to define a UNIQUE constraint on multiple columns</a:t>
            </a:r>
          </a:p>
        </p:txBody>
      </p:sp>
      <p:sp>
        <p:nvSpPr>
          <p:cNvPr id="3" name="Subtitle 2"/>
          <p:cNvSpPr>
            <a:spLocks noGrp="1"/>
          </p:cNvSpPr>
          <p:nvPr>
            <p:ph type="subTitle"/>
          </p:nvPr>
        </p:nvSpPr>
        <p:spPr/>
        <p:txBody>
          <a:bodyPr/>
          <a:lstStyle/>
          <a:p>
            <a:endParaRPr lang="en-US" sz="2800" b="1"/>
          </a:p>
          <a:p>
            <a:endParaRPr lang="en-US" sz="2800" b="1"/>
          </a:p>
          <a:p>
            <a:endParaRPr lang="en-US" sz="2800" b="1"/>
          </a:p>
          <a:p>
            <a:endParaRPr lang="en-US" sz="2800" b="1"/>
          </a:p>
          <a:p>
            <a:endParaRPr lang="en-US" sz="2800" b="1"/>
          </a:p>
          <a:p>
            <a:endParaRPr lang="en-US" sz="2800" b="1"/>
          </a:p>
          <a:p>
            <a:endParaRPr lang="en-US" sz="2800" b="1"/>
          </a:p>
          <a:p>
            <a:endParaRPr lang="en-US" sz="2800" b="1"/>
          </a:p>
          <a:p>
            <a:endParaRPr lang="en-US" sz="2800" b="1"/>
          </a:p>
          <a:p>
            <a:pPr algn="l"/>
            <a:endParaRPr lang="en-US" sz="2800" b="1">
              <a:latin typeface="Calibri" panose="020F0502020204030204" pitchFamily="34" charset="0"/>
              <a:cs typeface="Calibri" panose="020F0502020204030204" pitchFamily="34" charset="0"/>
            </a:endParaRPr>
          </a:p>
          <a:p>
            <a:pPr algn="l"/>
            <a:endParaRPr lang="en-US" sz="2800" b="1">
              <a:latin typeface="Calibri" panose="020F0502020204030204" pitchFamily="34" charset="0"/>
              <a:cs typeface="Calibri" panose="020F0502020204030204" pitchFamily="34" charset="0"/>
            </a:endParaRPr>
          </a:p>
          <a:p>
            <a:pPr algn="l"/>
            <a:endParaRPr lang="en-US" sz="2800" b="1">
              <a:latin typeface="Calibri" panose="020F0502020204030204" pitchFamily="34" charset="0"/>
              <a:cs typeface="Calibri" panose="020F0502020204030204" pitchFamily="34" charset="0"/>
            </a:endParaRPr>
          </a:p>
          <a:p>
            <a:endParaRPr lang="en-US" sz="2800" b="1"/>
          </a:p>
          <a:p>
            <a:r>
              <a:rPr lang="en-US" sz="2800" b="1"/>
              <a:t>CREATE TABLE Persons (</a:t>
            </a:r>
            <a:br>
              <a:rPr lang="en-US" sz="2800" b="1"/>
            </a:br>
            <a:r>
              <a:rPr lang="en-US" sz="2800" b="1"/>
              <a:t>    ID </a:t>
            </a:r>
            <a:r>
              <a:rPr lang="en-US" sz="2800" b="1" err="1"/>
              <a:t>int</a:t>
            </a:r>
            <a:r>
              <a:rPr lang="en-US" sz="2800" b="1"/>
              <a:t> NOT NULL,</a:t>
            </a:r>
            <a:br>
              <a:rPr lang="en-US" sz="2800" b="1"/>
            </a:br>
            <a:r>
              <a:rPr lang="en-US" sz="2800" b="1"/>
              <a:t>    </a:t>
            </a:r>
            <a:r>
              <a:rPr lang="en-US" sz="2800" b="1" err="1"/>
              <a:t>LastName</a:t>
            </a:r>
            <a:r>
              <a:rPr lang="en-US" sz="2800" b="1"/>
              <a:t> varchar(255) NOT NULL,</a:t>
            </a:r>
            <a:br>
              <a:rPr lang="en-US" sz="2800" b="1"/>
            </a:br>
            <a:r>
              <a:rPr lang="en-US" sz="2800" b="1"/>
              <a:t>    </a:t>
            </a:r>
            <a:r>
              <a:rPr lang="en-US" sz="2800" b="1" err="1"/>
              <a:t>FirstName</a:t>
            </a:r>
            <a:r>
              <a:rPr lang="en-US" sz="2800" b="1"/>
              <a:t> varchar(255),</a:t>
            </a:r>
            <a:br>
              <a:rPr lang="en-US" sz="2800" b="1"/>
            </a:br>
            <a:r>
              <a:rPr lang="en-US" sz="2800" b="1"/>
              <a:t>    Age </a:t>
            </a:r>
            <a:r>
              <a:rPr lang="en-US" sz="2800" b="1" err="1"/>
              <a:t>int</a:t>
            </a:r>
            <a:r>
              <a:rPr lang="en-US" sz="2800" b="1"/>
              <a:t>,</a:t>
            </a:r>
            <a:br>
              <a:rPr lang="en-US" sz="2800" b="1"/>
            </a:br>
            <a:r>
              <a:rPr lang="en-US" sz="2800" b="1"/>
              <a:t>    CONSTRAINT </a:t>
            </a:r>
            <a:r>
              <a:rPr lang="en-US" sz="2800" b="1" err="1"/>
              <a:t>UC_Person</a:t>
            </a:r>
            <a:r>
              <a:rPr lang="en-US" sz="2800" b="1"/>
              <a:t> UNIQUE (</a:t>
            </a:r>
            <a:r>
              <a:rPr lang="en-US" sz="2800" b="1" err="1"/>
              <a:t>ID,LastName</a:t>
            </a:r>
            <a:r>
              <a:rPr lang="en-US" sz="2800" b="1"/>
              <a:t>)</a:t>
            </a:r>
            <a:br>
              <a:rPr lang="en-US" sz="2800" b="1"/>
            </a:br>
            <a:r>
              <a:rPr lang="en-US" sz="2800" b="1"/>
              <a:t>);</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CustomShape 1"/>
          <p:cNvSpPr/>
          <p:nvPr/>
        </p:nvSpPr>
        <p:spPr>
          <a:xfrm>
            <a:off x="504000" y="301320"/>
            <a:ext cx="9070560" cy="1261800"/>
          </a:xfrm>
          <a:prstGeom prst="rect">
            <a:avLst/>
          </a:prstGeom>
          <a:noFill/>
          <a:ln>
            <a:noFill/>
          </a:ln>
        </p:spPr>
      </p:sp>
      <p:sp>
        <p:nvSpPr>
          <p:cNvPr id="148"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600" b="1"/>
              <a:t>DROP a UNIQUE Constraint</a:t>
            </a:r>
            <a:br>
              <a:rPr lang="en-US"/>
            </a:br>
            <a:endParaRPr lang="en-US"/>
          </a:p>
        </p:txBody>
      </p:sp>
      <p:sp>
        <p:nvSpPr>
          <p:cNvPr id="3" name="Subtitle 2"/>
          <p:cNvSpPr>
            <a:spLocks noGrp="1"/>
          </p:cNvSpPr>
          <p:nvPr>
            <p:ph type="subTitle"/>
          </p:nvPr>
        </p:nvSpPr>
        <p:spPr/>
        <p:txBody>
          <a:bodyPr/>
          <a:lstStyle/>
          <a:p>
            <a:endParaRPr lang="en-US" sz="3200"/>
          </a:p>
          <a:p>
            <a:endParaRPr lang="en-US" sz="3200" b="1"/>
          </a:p>
          <a:p>
            <a:endParaRPr lang="en-US" sz="3200" b="1"/>
          </a:p>
          <a:p>
            <a:endParaRPr lang="en-US" sz="3200" b="1"/>
          </a:p>
          <a:p>
            <a:endParaRPr lang="en-US" sz="3200" b="1"/>
          </a:p>
          <a:p>
            <a:endParaRPr lang="en-US" sz="3200" b="1"/>
          </a:p>
          <a:p>
            <a:pPr algn="l"/>
            <a:endParaRPr lang="en-US" sz="3200" b="1">
              <a:latin typeface="Calibri" panose="020F0502020204030204" pitchFamily="34" charset="0"/>
              <a:cs typeface="Calibri" panose="020F0502020204030204" pitchFamily="34" charset="0"/>
            </a:endParaRPr>
          </a:p>
          <a:p>
            <a:pPr algn="l"/>
            <a:endParaRPr lang="en-US" sz="3200" b="1">
              <a:latin typeface="Calibri" panose="020F0502020204030204" pitchFamily="34" charset="0"/>
              <a:cs typeface="Calibri" panose="020F0502020204030204" pitchFamily="34" charset="0"/>
            </a:endParaRPr>
          </a:p>
          <a:p>
            <a:pPr algn="l"/>
            <a:endParaRPr lang="en-US" sz="3200" b="1">
              <a:latin typeface="Calibri" panose="020F0502020204030204" pitchFamily="34" charset="0"/>
              <a:cs typeface="Calibri" panose="020F0502020204030204" pitchFamily="34" charset="0"/>
            </a:endParaRPr>
          </a:p>
          <a:p>
            <a:pPr algn="l"/>
            <a:endParaRPr lang="en-US" sz="3200" b="1">
              <a:latin typeface="Calibri" panose="020F0502020204030204" pitchFamily="34" charset="0"/>
              <a:cs typeface="Calibri" panose="020F0502020204030204" pitchFamily="34" charset="0"/>
            </a:endParaRPr>
          </a:p>
          <a:p>
            <a:pPr algn="l"/>
            <a:r>
              <a:rPr lang="en-US" sz="3200" b="1">
                <a:latin typeface="Calibri" panose="020F0502020204030204" pitchFamily="34" charset="0"/>
                <a:cs typeface="Calibri" panose="020F0502020204030204" pitchFamily="34" charset="0"/>
              </a:rPr>
              <a:t>ALTER TABLE Persons</a:t>
            </a:r>
          </a:p>
          <a:p>
            <a:pPr algn="l"/>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DROP INDEX </a:t>
            </a:r>
            <a:r>
              <a:rPr lang="en-US" sz="3200" b="1" err="1">
                <a:latin typeface="Calibri" panose="020F0502020204030204" pitchFamily="34" charset="0"/>
                <a:cs typeface="Calibri" panose="020F0502020204030204" pitchFamily="34" charset="0"/>
              </a:rPr>
              <a:t>UC_Person</a:t>
            </a:r>
            <a:r>
              <a:rPr lang="en-US" sz="3200" b="1">
                <a:latin typeface="Calibri" panose="020F0502020204030204" pitchFamily="34" charset="0"/>
                <a:cs typeface="Calibri" panose="020F0502020204030204" pitchFamily="34" charset="0"/>
              </a:rPr>
              <a:t>;</a:t>
            </a:r>
          </a:p>
          <a:p>
            <a:pPr algn="l"/>
            <a:endParaRPr lang="en-US" sz="3200" b="1">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stomShape 1"/>
          <p:cNvSpPr/>
          <p:nvPr/>
        </p:nvSpPr>
        <p:spPr>
          <a:xfrm>
            <a:off x="504000" y="301320"/>
            <a:ext cx="9070560" cy="1261800"/>
          </a:xfrm>
          <a:prstGeom prst="rect">
            <a:avLst/>
          </a:prstGeom>
          <a:noFill/>
          <a:ln>
            <a:noFill/>
          </a:ln>
        </p:spPr>
      </p:sp>
      <p:sp>
        <p:nvSpPr>
          <p:cNvPr id="150"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600" b="1"/>
              <a:t>SQL PRIMARY KEY Constraint</a:t>
            </a:r>
            <a:br>
              <a:rPr lang="en-US"/>
            </a:br>
            <a:endParaRPr lang="en-US"/>
          </a:p>
        </p:txBody>
      </p:sp>
      <p:sp>
        <p:nvSpPr>
          <p:cNvPr id="3" name="Subtitle 2"/>
          <p:cNvSpPr>
            <a:spLocks noGrp="1"/>
          </p:cNvSpPr>
          <p:nvPr>
            <p:ph type="subTitle"/>
          </p:nvPr>
        </p:nvSpPr>
        <p:spPr/>
        <p:txBody>
          <a:bodyPr/>
          <a:lstStyle/>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r>
              <a:rPr lang="en-US" sz="3200">
                <a:latin typeface="Calibri" panose="020F0502020204030204" pitchFamily="34" charset="0"/>
                <a:cs typeface="Calibri" panose="020F0502020204030204" pitchFamily="34" charset="0"/>
              </a:rPr>
              <a:t>The PRIMARY KEY constraint uniquely identifies each record in a database table.</a:t>
            </a:r>
          </a:p>
          <a:p>
            <a:endParaRPr lang="en-US" sz="3200">
              <a:latin typeface="Calibri" panose="020F0502020204030204" pitchFamily="34" charset="0"/>
              <a:cs typeface="Calibri" panose="020F0502020204030204" pitchFamily="34" charset="0"/>
            </a:endParaRPr>
          </a:p>
          <a:p>
            <a:r>
              <a:rPr lang="en-US" sz="3200">
                <a:latin typeface="Calibri" panose="020F0502020204030204" pitchFamily="34" charset="0"/>
                <a:cs typeface="Calibri" panose="020F0502020204030204" pitchFamily="34" charset="0"/>
              </a:rPr>
              <a:t>Primary keys must contain UNIQUE values, and cannot contain NULL values.</a:t>
            </a:r>
          </a:p>
          <a:p>
            <a:endParaRPr lang="en-US" sz="3200">
              <a:latin typeface="Calibri" panose="020F0502020204030204" pitchFamily="34" charset="0"/>
              <a:cs typeface="Calibri" panose="020F0502020204030204" pitchFamily="34" charset="0"/>
            </a:endParaRPr>
          </a:p>
          <a:p>
            <a:r>
              <a:rPr lang="en-US" sz="3200">
                <a:latin typeface="Calibri" panose="020F0502020204030204" pitchFamily="34" charset="0"/>
                <a:cs typeface="Calibri" panose="020F0502020204030204" pitchFamily="34" charset="0"/>
              </a:rPr>
              <a:t>A table can have only one primary key, which may consist of single or multiple fields.</a:t>
            </a:r>
          </a:p>
          <a:p>
            <a:endParaRPr lang="en-US" sz="3200">
              <a:latin typeface="Calibri" panose="020F0502020204030204" pitchFamily="34" charset="0"/>
              <a:cs typeface="Calibri" panose="020F0502020204030204" pitchFamily="34" charset="0"/>
            </a:endParaRPr>
          </a:p>
          <a:p>
            <a:r>
              <a:rPr lang="en-US" sz="3200">
                <a:latin typeface="Calibri" panose="020F0502020204030204" pitchFamily="34" charset="0"/>
                <a:cs typeface="Calibri" panose="020F0502020204030204" pitchFamily="34" charset="0"/>
              </a:rPr>
              <a:t>SQL PRIMARY KEY on CREATE TABLE</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stomShape 1"/>
          <p:cNvSpPr/>
          <p:nvPr/>
        </p:nvSpPr>
        <p:spPr>
          <a:xfrm>
            <a:off x="504000" y="301320"/>
            <a:ext cx="9070560" cy="1261800"/>
          </a:xfrm>
          <a:prstGeom prst="rect">
            <a:avLst/>
          </a:prstGeom>
          <a:noFill/>
          <a:ln>
            <a:noFill/>
          </a:ln>
        </p:spPr>
      </p:sp>
      <p:sp>
        <p:nvSpPr>
          <p:cNvPr id="150"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600" b="1"/>
              <a:t>SQL PRIMARY KEY Constraint</a:t>
            </a:r>
            <a:br>
              <a:rPr lang="en-US"/>
            </a:br>
            <a:endParaRPr lang="en-US"/>
          </a:p>
        </p:txBody>
      </p:sp>
      <p:sp>
        <p:nvSpPr>
          <p:cNvPr id="3" name="Subtitle 2"/>
          <p:cNvSpPr>
            <a:spLocks noGrp="1"/>
          </p:cNvSpPr>
          <p:nvPr>
            <p:ph type="subTitle"/>
          </p:nvPr>
        </p:nvSpPr>
        <p:spPr/>
        <p:txBody>
          <a:bodyPr/>
          <a:lstStyle/>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pPr algn="l"/>
            <a:endParaRPr lang="en-US" sz="3200"/>
          </a:p>
          <a:p>
            <a:endParaRPr lang="en-US" sz="3200"/>
          </a:p>
          <a:p>
            <a:endParaRPr lang="en-US" sz="3200"/>
          </a:p>
          <a:p>
            <a:r>
              <a:rPr lang="en-US" sz="3200">
                <a:latin typeface="Calibri" panose="020F0502020204030204" pitchFamily="34" charset="0"/>
                <a:cs typeface="Calibri" panose="020F0502020204030204" pitchFamily="34" charset="0"/>
              </a:rPr>
              <a:t>Creates a PRIMARY KEY on the "ID" column when the "Persons" table is created:</a:t>
            </a:r>
          </a:p>
          <a:p>
            <a:endParaRPr lang="en-US" sz="3200">
              <a:latin typeface="Calibri" panose="020F0502020204030204" pitchFamily="34" charset="0"/>
              <a:cs typeface="Calibri" panose="020F0502020204030204" pitchFamily="34" charset="0"/>
            </a:endParaRPr>
          </a:p>
          <a:p>
            <a:r>
              <a:rPr lang="en-US" sz="3200" b="1">
                <a:latin typeface="Calibri" panose="020F0502020204030204" pitchFamily="34" charset="0"/>
                <a:cs typeface="Calibri" panose="020F0502020204030204" pitchFamily="34" charset="0"/>
              </a:rPr>
              <a:t>CREATE TABLE Persons (</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ID </a:t>
            </a:r>
            <a:r>
              <a:rPr lang="en-US" sz="3200" b="1" err="1">
                <a:latin typeface="Calibri" panose="020F0502020204030204" pitchFamily="34" charset="0"/>
                <a:cs typeface="Calibri" panose="020F0502020204030204" pitchFamily="34" charset="0"/>
              </a:rPr>
              <a:t>int</a:t>
            </a:r>
            <a:r>
              <a:rPr lang="en-US" sz="3200" b="1">
                <a:latin typeface="Calibri" panose="020F0502020204030204" pitchFamily="34" charset="0"/>
                <a:cs typeface="Calibri" panose="020F0502020204030204" pitchFamily="34" charset="0"/>
              </a:rPr>
              <a:t> NOT NULL,</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a:t>
            </a:r>
            <a:r>
              <a:rPr lang="en-US" sz="3200" b="1" err="1">
                <a:latin typeface="Calibri" panose="020F0502020204030204" pitchFamily="34" charset="0"/>
                <a:cs typeface="Calibri" panose="020F0502020204030204" pitchFamily="34" charset="0"/>
              </a:rPr>
              <a:t>LastName</a:t>
            </a:r>
            <a:r>
              <a:rPr lang="en-US" sz="3200" b="1">
                <a:latin typeface="Calibri" panose="020F0502020204030204" pitchFamily="34" charset="0"/>
                <a:cs typeface="Calibri" panose="020F0502020204030204" pitchFamily="34" charset="0"/>
              </a:rPr>
              <a:t> varchar(255) NOT NULL,</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a:t>
            </a:r>
            <a:r>
              <a:rPr lang="en-US" sz="3200" b="1" err="1">
                <a:latin typeface="Calibri" panose="020F0502020204030204" pitchFamily="34" charset="0"/>
                <a:cs typeface="Calibri" panose="020F0502020204030204" pitchFamily="34" charset="0"/>
              </a:rPr>
              <a:t>FirstName</a:t>
            </a:r>
            <a:r>
              <a:rPr lang="en-US" sz="3200" b="1">
                <a:latin typeface="Calibri" panose="020F0502020204030204" pitchFamily="34" charset="0"/>
                <a:cs typeface="Calibri" panose="020F0502020204030204" pitchFamily="34" charset="0"/>
              </a:rPr>
              <a:t> varchar(255),</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Age </a:t>
            </a:r>
            <a:r>
              <a:rPr lang="en-US" sz="3200" b="1" err="1">
                <a:latin typeface="Calibri" panose="020F0502020204030204" pitchFamily="34" charset="0"/>
                <a:cs typeface="Calibri" panose="020F0502020204030204" pitchFamily="34" charset="0"/>
              </a:rPr>
              <a:t>int</a:t>
            </a:r>
            <a:r>
              <a:rPr lang="en-US" sz="3200" b="1">
                <a:latin typeface="Calibri" panose="020F0502020204030204" pitchFamily="34" charset="0"/>
                <a:cs typeface="Calibri" panose="020F0502020204030204" pitchFamily="34" charset="0"/>
              </a:rPr>
              <a:t>,</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PRIMARY KEY (ID)</a:t>
            </a:r>
            <a:br>
              <a:rPr lang="en-US" sz="3200" b="1">
                <a:latin typeface="Calibri" panose="020F0502020204030204" pitchFamily="34" charset="0"/>
                <a:cs typeface="Calibri" panose="020F0502020204030204" pitchFamily="34" charset="0"/>
              </a:rPr>
            </a:br>
            <a:r>
              <a:rPr lang="en-US" sz="3200" b="1">
                <a:latin typeface="Calibri" panose="020F0502020204030204" pitchFamily="34" charset="0"/>
                <a:cs typeface="Calibri" panose="020F0502020204030204" pitchFamily="34" charset="0"/>
              </a:rPr>
              <a:t>		);</a:t>
            </a:r>
          </a:p>
          <a:p>
            <a:endParaRPr lang="en-US" sz="3200"/>
          </a:p>
        </p:txBody>
      </p:sp>
    </p:spTree>
    <p:extLst>
      <p:ext uri="{BB962C8B-B14F-4D97-AF65-F5344CB8AC3E}">
        <p14:creationId xmlns:p14="http://schemas.microsoft.com/office/powerpoint/2010/main" val="189536622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CustomShape 1"/>
          <p:cNvSpPr/>
          <p:nvPr/>
        </p:nvSpPr>
        <p:spPr>
          <a:xfrm>
            <a:off x="504000" y="301320"/>
            <a:ext cx="9070560" cy="1261800"/>
          </a:xfrm>
          <a:prstGeom prst="rect">
            <a:avLst/>
          </a:prstGeom>
          <a:noFill/>
          <a:ln>
            <a:noFill/>
          </a:ln>
        </p:spPr>
      </p:sp>
      <p:sp>
        <p:nvSpPr>
          <p:cNvPr id="152" name="CustomShape 2"/>
          <p:cNvSpPr/>
          <p:nvPr/>
        </p:nvSpPr>
        <p:spPr>
          <a:xfrm>
            <a:off x="504000" y="1768680"/>
            <a:ext cx="9071640" cy="4383720"/>
          </a:xfrm>
          <a:prstGeom prst="rect">
            <a:avLst/>
          </a:prstGeom>
          <a:noFill/>
          <a:ln>
            <a:noFill/>
          </a:ln>
        </p:spPr>
      </p:sp>
      <p:sp>
        <p:nvSpPr>
          <p:cNvPr id="3" name="Subtitle 2"/>
          <p:cNvSpPr>
            <a:spLocks noGrp="1"/>
          </p:cNvSpPr>
          <p:nvPr>
            <p:ph type="subTitle"/>
          </p:nvPr>
        </p:nvSpPr>
        <p:spPr>
          <a:xfrm>
            <a:off x="504000" y="301319"/>
            <a:ext cx="9071640" cy="7258355"/>
          </a:xfrm>
        </p:spPr>
        <p:txBody>
          <a:bodyPr/>
          <a:lstStyle/>
          <a:p>
            <a:r>
              <a:rPr lang="en-US" sz="2800">
                <a:latin typeface="Calibri" panose="020F0502020204030204" pitchFamily="34" charset="0"/>
                <a:cs typeface="Calibri" panose="020F0502020204030204" pitchFamily="34" charset="0"/>
              </a:rPr>
              <a:t>To allow naming of a PRIMARY KEY constraint, and for defining a PRIMARY KEY constraint on multiple columns, use the SQL syntax:</a:t>
            </a:r>
          </a:p>
          <a:p>
            <a:endParaRPr lang="en-US" sz="2800">
              <a:latin typeface="Calibri" panose="020F0502020204030204" pitchFamily="34" charset="0"/>
              <a:cs typeface="Calibri" panose="020F0502020204030204" pitchFamily="34" charset="0"/>
            </a:endParaRPr>
          </a:p>
          <a:p>
            <a:r>
              <a:rPr lang="en-US" sz="2800" b="1">
                <a:latin typeface="Calibri" panose="020F0502020204030204" pitchFamily="34" charset="0"/>
                <a:cs typeface="Calibri" panose="020F0502020204030204" pitchFamily="34" charset="0"/>
              </a:rPr>
              <a:t>CREATE TABLE Persons (</a:t>
            </a:r>
            <a:br>
              <a:rPr lang="en-US" sz="2800" b="1">
                <a:latin typeface="Calibri" panose="020F0502020204030204" pitchFamily="34" charset="0"/>
                <a:cs typeface="Calibri" panose="020F0502020204030204" pitchFamily="34" charset="0"/>
              </a:rPr>
            </a:br>
            <a:r>
              <a:rPr lang="en-US" sz="2800" b="1">
                <a:latin typeface="Calibri" panose="020F0502020204030204" pitchFamily="34" charset="0"/>
                <a:cs typeface="Calibri" panose="020F0502020204030204" pitchFamily="34" charset="0"/>
              </a:rPr>
              <a:t>    ID </a:t>
            </a:r>
            <a:r>
              <a:rPr lang="en-US" sz="2800" b="1" err="1">
                <a:latin typeface="Calibri" panose="020F0502020204030204" pitchFamily="34" charset="0"/>
                <a:cs typeface="Calibri" panose="020F0502020204030204" pitchFamily="34" charset="0"/>
              </a:rPr>
              <a:t>int</a:t>
            </a:r>
            <a:r>
              <a:rPr lang="en-US" sz="2800" b="1">
                <a:latin typeface="Calibri" panose="020F0502020204030204" pitchFamily="34" charset="0"/>
                <a:cs typeface="Calibri" panose="020F0502020204030204" pitchFamily="34" charset="0"/>
              </a:rPr>
              <a:t> NOT NULL,</a:t>
            </a:r>
            <a:br>
              <a:rPr lang="en-US" sz="2800" b="1">
                <a:latin typeface="Calibri" panose="020F0502020204030204" pitchFamily="34" charset="0"/>
                <a:cs typeface="Calibri" panose="020F0502020204030204" pitchFamily="34" charset="0"/>
              </a:rPr>
            </a:br>
            <a:r>
              <a:rPr lang="en-US" sz="2800" b="1">
                <a:latin typeface="Calibri" panose="020F0502020204030204" pitchFamily="34" charset="0"/>
                <a:cs typeface="Calibri" panose="020F0502020204030204" pitchFamily="34" charset="0"/>
              </a:rPr>
              <a:t>    </a:t>
            </a:r>
            <a:r>
              <a:rPr lang="en-US" sz="2800" b="1" err="1">
                <a:latin typeface="Calibri" panose="020F0502020204030204" pitchFamily="34" charset="0"/>
                <a:cs typeface="Calibri" panose="020F0502020204030204" pitchFamily="34" charset="0"/>
              </a:rPr>
              <a:t>LastName</a:t>
            </a:r>
            <a:r>
              <a:rPr lang="en-US" sz="2800" b="1">
                <a:latin typeface="Calibri" panose="020F0502020204030204" pitchFamily="34" charset="0"/>
                <a:cs typeface="Calibri" panose="020F0502020204030204" pitchFamily="34" charset="0"/>
              </a:rPr>
              <a:t> varchar(255) NOT NULL,</a:t>
            </a:r>
            <a:br>
              <a:rPr lang="en-US" sz="2800" b="1">
                <a:latin typeface="Calibri" panose="020F0502020204030204" pitchFamily="34" charset="0"/>
                <a:cs typeface="Calibri" panose="020F0502020204030204" pitchFamily="34" charset="0"/>
              </a:rPr>
            </a:br>
            <a:r>
              <a:rPr lang="en-US" sz="2800" b="1">
                <a:latin typeface="Calibri" panose="020F0502020204030204" pitchFamily="34" charset="0"/>
                <a:cs typeface="Calibri" panose="020F0502020204030204" pitchFamily="34" charset="0"/>
              </a:rPr>
              <a:t>    </a:t>
            </a:r>
            <a:r>
              <a:rPr lang="en-US" sz="2800" b="1" err="1">
                <a:latin typeface="Calibri" panose="020F0502020204030204" pitchFamily="34" charset="0"/>
                <a:cs typeface="Calibri" panose="020F0502020204030204" pitchFamily="34" charset="0"/>
              </a:rPr>
              <a:t>FirstName</a:t>
            </a:r>
            <a:r>
              <a:rPr lang="en-US" sz="2800" b="1">
                <a:latin typeface="Calibri" panose="020F0502020204030204" pitchFamily="34" charset="0"/>
                <a:cs typeface="Calibri" panose="020F0502020204030204" pitchFamily="34" charset="0"/>
              </a:rPr>
              <a:t> varchar(255),</a:t>
            </a:r>
            <a:br>
              <a:rPr lang="en-US" sz="2800" b="1">
                <a:latin typeface="Calibri" panose="020F0502020204030204" pitchFamily="34" charset="0"/>
                <a:cs typeface="Calibri" panose="020F0502020204030204" pitchFamily="34" charset="0"/>
              </a:rPr>
            </a:br>
            <a:r>
              <a:rPr lang="en-US" sz="2800" b="1">
                <a:latin typeface="Calibri" panose="020F0502020204030204" pitchFamily="34" charset="0"/>
                <a:cs typeface="Calibri" panose="020F0502020204030204" pitchFamily="34" charset="0"/>
              </a:rPr>
              <a:t>    Age </a:t>
            </a:r>
            <a:r>
              <a:rPr lang="en-US" sz="2800" b="1" err="1">
                <a:latin typeface="Calibri" panose="020F0502020204030204" pitchFamily="34" charset="0"/>
                <a:cs typeface="Calibri" panose="020F0502020204030204" pitchFamily="34" charset="0"/>
              </a:rPr>
              <a:t>int</a:t>
            </a:r>
            <a:r>
              <a:rPr lang="en-US" sz="2800" b="1">
                <a:latin typeface="Calibri" panose="020F0502020204030204" pitchFamily="34" charset="0"/>
                <a:cs typeface="Calibri" panose="020F0502020204030204" pitchFamily="34" charset="0"/>
              </a:rPr>
              <a:t>,</a:t>
            </a:r>
            <a:br>
              <a:rPr lang="en-US" sz="2800" b="1">
                <a:latin typeface="Calibri" panose="020F0502020204030204" pitchFamily="34" charset="0"/>
                <a:cs typeface="Calibri" panose="020F0502020204030204" pitchFamily="34" charset="0"/>
              </a:rPr>
            </a:br>
            <a:r>
              <a:rPr lang="en-US" sz="2800" b="1">
                <a:latin typeface="Calibri" panose="020F0502020204030204" pitchFamily="34" charset="0"/>
                <a:cs typeface="Calibri" panose="020F0502020204030204" pitchFamily="34" charset="0"/>
              </a:rPr>
              <a:t>    CONSTRAINT </a:t>
            </a:r>
            <a:r>
              <a:rPr lang="en-US" sz="2800" b="1" err="1">
                <a:latin typeface="Calibri" panose="020F0502020204030204" pitchFamily="34" charset="0"/>
                <a:cs typeface="Calibri" panose="020F0502020204030204" pitchFamily="34" charset="0"/>
              </a:rPr>
              <a:t>PK_Person</a:t>
            </a:r>
            <a:r>
              <a:rPr lang="en-US" sz="2800" b="1">
                <a:latin typeface="Calibri" panose="020F0502020204030204" pitchFamily="34" charset="0"/>
                <a:cs typeface="Calibri" panose="020F0502020204030204" pitchFamily="34" charset="0"/>
              </a:rPr>
              <a:t> PRIMARY KEY (</a:t>
            </a:r>
            <a:r>
              <a:rPr lang="en-US" sz="2800" b="1" err="1">
                <a:latin typeface="Calibri" panose="020F0502020204030204" pitchFamily="34" charset="0"/>
                <a:cs typeface="Calibri" panose="020F0502020204030204" pitchFamily="34" charset="0"/>
              </a:rPr>
              <a:t>ID,LastName</a:t>
            </a:r>
            <a:r>
              <a:rPr lang="en-US" sz="2800" b="1">
                <a:latin typeface="Calibri" panose="020F0502020204030204" pitchFamily="34" charset="0"/>
                <a:cs typeface="Calibri" panose="020F0502020204030204" pitchFamily="34" charset="0"/>
              </a:rPr>
              <a:t>)</a:t>
            </a:r>
            <a:br>
              <a:rPr lang="en-US" sz="2800" b="1">
                <a:latin typeface="Calibri" panose="020F0502020204030204" pitchFamily="34" charset="0"/>
                <a:cs typeface="Calibri" panose="020F0502020204030204" pitchFamily="34" charset="0"/>
              </a:rPr>
            </a:br>
            <a:r>
              <a:rPr lang="en-US" sz="2800" b="1">
                <a:latin typeface="Calibri" panose="020F0502020204030204" pitchFamily="34" charset="0"/>
                <a:cs typeface="Calibri" panose="020F0502020204030204" pitchFamily="34" charset="0"/>
              </a:rPr>
              <a:t>);</a:t>
            </a:r>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There is only ONE PRIMARY KEY (</a:t>
            </a:r>
            <a:r>
              <a:rPr lang="en-US" sz="2800" err="1">
                <a:latin typeface="Calibri" panose="020F0502020204030204" pitchFamily="34" charset="0"/>
                <a:cs typeface="Calibri" panose="020F0502020204030204" pitchFamily="34" charset="0"/>
              </a:rPr>
              <a:t>PK_Person</a:t>
            </a:r>
            <a:r>
              <a:rPr lang="en-US" sz="2800">
                <a:latin typeface="Calibri" panose="020F0502020204030204" pitchFamily="34" charset="0"/>
                <a:cs typeface="Calibri" panose="020F0502020204030204" pitchFamily="34" charset="0"/>
              </a:rPr>
              <a:t>). </a:t>
            </a:r>
          </a:p>
          <a:p>
            <a:r>
              <a:rPr lang="en-US" sz="2800">
                <a:latin typeface="Calibri" panose="020F0502020204030204" pitchFamily="34" charset="0"/>
                <a:cs typeface="Calibri" panose="020F0502020204030204" pitchFamily="34" charset="0"/>
              </a:rPr>
              <a:t>However, the VALUE of the primary key is made up of TWO COLUMNS (ID + </a:t>
            </a:r>
            <a:r>
              <a:rPr lang="en-US" sz="2800" err="1">
                <a:latin typeface="Calibri" panose="020F0502020204030204" pitchFamily="34" charset="0"/>
                <a:cs typeface="Calibri" panose="020F0502020204030204" pitchFamily="34" charset="0"/>
              </a:rPr>
              <a:t>LastName</a:t>
            </a:r>
            <a:r>
              <a:rPr lang="en-US" sz="2800">
                <a:latin typeface="Calibri" panose="020F0502020204030204" pitchFamily="34" charset="0"/>
                <a:cs typeface="Calibri" panose="020F0502020204030204" pitchFamily="34" charset="0"/>
              </a:rPr>
              <a:t>).</a:t>
            </a:r>
          </a:p>
          <a:p>
            <a:endParaRPr lang="en-US" sz="280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CustomShape 1"/>
          <p:cNvSpPr/>
          <p:nvPr/>
        </p:nvSpPr>
        <p:spPr>
          <a:xfrm>
            <a:off x="504000" y="301320"/>
            <a:ext cx="9070560" cy="1261800"/>
          </a:xfrm>
          <a:prstGeom prst="rect">
            <a:avLst/>
          </a:prstGeom>
          <a:noFill/>
          <a:ln>
            <a:noFill/>
          </a:ln>
        </p:spPr>
      </p:sp>
      <p:sp>
        <p:nvSpPr>
          <p:cNvPr id="154"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200" b="1"/>
              <a:t>SQL PRIMARY KEY on ALTER TABLE</a:t>
            </a:r>
            <a:br>
              <a:rPr lang="en-US" sz="3200" b="1"/>
            </a:br>
            <a:endParaRPr lang="en-US" sz="3200" b="1"/>
          </a:p>
        </p:txBody>
      </p:sp>
      <p:sp>
        <p:nvSpPr>
          <p:cNvPr id="3" name="Subtitle 2"/>
          <p:cNvSpPr>
            <a:spLocks noGrp="1"/>
          </p:cNvSpPr>
          <p:nvPr>
            <p:ph type="subTitle"/>
          </p:nvPr>
        </p:nvSpPr>
        <p:spPr/>
        <p:txBody>
          <a:bodyPr/>
          <a:lstStyle/>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r>
              <a:rPr lang="en-US" sz="3200">
                <a:latin typeface="Calibri" panose="020F0502020204030204" pitchFamily="34" charset="0"/>
                <a:cs typeface="Calibri" panose="020F0502020204030204" pitchFamily="34" charset="0"/>
              </a:rPr>
              <a:t>To create a PRIMARY KEY constraint on the "ID" column when the table is already created. </a:t>
            </a:r>
          </a:p>
          <a:p>
            <a:endParaRPr lang="en-US" sz="3200">
              <a:latin typeface="Calibri" panose="020F0502020204030204" pitchFamily="34" charset="0"/>
              <a:cs typeface="Calibri" panose="020F0502020204030204" pitchFamily="34" charset="0"/>
            </a:endParaRPr>
          </a:p>
          <a:p>
            <a:r>
              <a:rPr lang="en-US" sz="3200" b="1">
                <a:latin typeface="Calibri" panose="020F0502020204030204" pitchFamily="34" charset="0"/>
                <a:cs typeface="Calibri" panose="020F0502020204030204" pitchFamily="34" charset="0"/>
              </a:rPr>
              <a:t>		ALTER TABLE Persons</a:t>
            </a:r>
          </a:p>
          <a:p>
            <a:r>
              <a:rPr lang="en-US" sz="3200" b="1">
                <a:latin typeface="Calibri" panose="020F0502020204030204" pitchFamily="34" charset="0"/>
                <a:cs typeface="Calibri" panose="020F0502020204030204" pitchFamily="34" charset="0"/>
              </a:rPr>
              <a:t>		ADD PRIMARY KEY (ID);</a:t>
            </a:r>
          </a:p>
          <a:p>
            <a:endParaRPr lang="en-US" sz="3200" b="1">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CustomShape 1"/>
          <p:cNvSpPr/>
          <p:nvPr/>
        </p:nvSpPr>
        <p:spPr>
          <a:xfrm>
            <a:off x="504000" y="301320"/>
            <a:ext cx="9070560" cy="1261800"/>
          </a:xfrm>
          <a:prstGeom prst="rect">
            <a:avLst/>
          </a:prstGeom>
          <a:noFill/>
          <a:ln>
            <a:noFill/>
          </a:ln>
        </p:spPr>
      </p:sp>
      <p:sp>
        <p:nvSpPr>
          <p:cNvPr id="156"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200" b="1"/>
              <a:t>DROP a PRIMARY KEY Constraint</a:t>
            </a:r>
            <a:br>
              <a:rPr lang="en-US"/>
            </a:br>
            <a:endParaRPr lang="en-US"/>
          </a:p>
        </p:txBody>
      </p:sp>
      <p:sp>
        <p:nvSpPr>
          <p:cNvPr id="3" name="Subtitle 2"/>
          <p:cNvSpPr>
            <a:spLocks noGrp="1"/>
          </p:cNvSpPr>
          <p:nvPr>
            <p:ph type="subTitle"/>
          </p:nvPr>
        </p:nvSpPr>
        <p:spPr/>
        <p:txBody>
          <a:bodyPr/>
          <a:lstStyle/>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latin typeface="Calibri" panose="020F0502020204030204" pitchFamily="34" charset="0"/>
              <a:cs typeface="Calibri" panose="020F0502020204030204" pitchFamily="34" charset="0"/>
            </a:endParaRPr>
          </a:p>
          <a:p>
            <a:endParaRPr lang="en-US" sz="3200">
              <a:latin typeface="Calibri" panose="020F0502020204030204" pitchFamily="34" charset="0"/>
              <a:cs typeface="Calibri" panose="020F0502020204030204" pitchFamily="34" charset="0"/>
            </a:endParaRPr>
          </a:p>
          <a:p>
            <a:endParaRPr lang="en-US" sz="3200">
              <a:latin typeface="Calibri" panose="020F0502020204030204" pitchFamily="34" charset="0"/>
              <a:cs typeface="Calibri" panose="020F0502020204030204" pitchFamily="34" charset="0"/>
            </a:endParaRPr>
          </a:p>
          <a:p>
            <a:r>
              <a:rPr lang="en-US" sz="3200">
                <a:latin typeface="Calibri" panose="020F0502020204030204" pitchFamily="34" charset="0"/>
                <a:cs typeface="Calibri" panose="020F0502020204030204" pitchFamily="34" charset="0"/>
              </a:rPr>
              <a:t>To drop a PRIMARY KEY constraint, use the SQL:</a:t>
            </a:r>
          </a:p>
          <a:p>
            <a:endParaRPr lang="en-US" sz="3200">
              <a:latin typeface="Calibri" panose="020F0502020204030204" pitchFamily="34" charset="0"/>
              <a:cs typeface="Calibri" panose="020F0502020204030204" pitchFamily="34" charset="0"/>
            </a:endParaRPr>
          </a:p>
          <a:p>
            <a:endParaRPr lang="en-US" sz="3200">
              <a:latin typeface="Calibri" panose="020F0502020204030204" pitchFamily="34" charset="0"/>
              <a:cs typeface="Calibri" panose="020F0502020204030204" pitchFamily="34" charset="0"/>
            </a:endParaRPr>
          </a:p>
          <a:p>
            <a:r>
              <a:rPr lang="en-US" sz="3200" b="1">
                <a:latin typeface="Calibri" panose="020F0502020204030204" pitchFamily="34" charset="0"/>
                <a:cs typeface="Calibri" panose="020F0502020204030204" pitchFamily="34" charset="0"/>
              </a:rPr>
              <a:t>		ALTER TABLE Persons</a:t>
            </a:r>
          </a:p>
          <a:p>
            <a:r>
              <a:rPr lang="en-US" sz="3200" b="1">
                <a:latin typeface="Calibri" panose="020F0502020204030204" pitchFamily="34" charset="0"/>
                <a:cs typeface="Calibri" panose="020F0502020204030204" pitchFamily="34" charset="0"/>
              </a:rPr>
              <a:t>		DROP PRIMARY KEY;</a:t>
            </a:r>
          </a:p>
          <a:p>
            <a:endParaRPr lang="en-US" sz="3200" b="1"/>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CustomShape 1"/>
          <p:cNvSpPr/>
          <p:nvPr/>
        </p:nvSpPr>
        <p:spPr>
          <a:xfrm>
            <a:off x="504000" y="301320"/>
            <a:ext cx="9070560" cy="1261800"/>
          </a:xfrm>
          <a:prstGeom prst="rect">
            <a:avLst/>
          </a:prstGeom>
          <a:noFill/>
          <a:ln>
            <a:noFill/>
          </a:ln>
        </p:spPr>
      </p:sp>
      <p:sp>
        <p:nvSpPr>
          <p:cNvPr id="158"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600" b="1"/>
              <a:t>SQL FOREIGN KEY Constraint</a:t>
            </a:r>
            <a:br>
              <a:rPr lang="en-US"/>
            </a:br>
            <a:endParaRPr lang="en-US"/>
          </a:p>
        </p:txBody>
      </p:sp>
      <p:sp>
        <p:nvSpPr>
          <p:cNvPr id="3" name="Subtitle 2"/>
          <p:cNvSpPr>
            <a:spLocks noGrp="1"/>
          </p:cNvSpPr>
          <p:nvPr>
            <p:ph type="subTitle"/>
          </p:nvPr>
        </p:nvSpPr>
        <p:spPr/>
        <p:txBody>
          <a:bodyPr/>
          <a:lstStyle/>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r>
              <a:rPr lang="en-US" sz="3200">
                <a:latin typeface="Calibri" panose="020F0502020204030204" pitchFamily="34" charset="0"/>
                <a:cs typeface="Calibri" panose="020F0502020204030204" pitchFamily="34" charset="0"/>
              </a:rPr>
              <a:t>A FOREIGN KEY is a key used to link two tables together.</a:t>
            </a:r>
          </a:p>
          <a:p>
            <a:endParaRPr lang="en-US" sz="3200">
              <a:latin typeface="Calibri" panose="020F0502020204030204" pitchFamily="34" charset="0"/>
              <a:cs typeface="Calibri" panose="020F0502020204030204" pitchFamily="34" charset="0"/>
            </a:endParaRPr>
          </a:p>
          <a:p>
            <a:r>
              <a:rPr lang="en-US" sz="3200">
                <a:latin typeface="Calibri" panose="020F0502020204030204" pitchFamily="34" charset="0"/>
                <a:cs typeface="Calibri" panose="020F0502020204030204" pitchFamily="34" charset="0"/>
              </a:rPr>
              <a:t>A FOREIGN KEY is a field (or collection of fields) in one table that refers to the PRIMARY KEY in another table.</a:t>
            </a:r>
          </a:p>
          <a:p>
            <a:endParaRPr lang="en-US" sz="3200">
              <a:latin typeface="Calibri" panose="020F0502020204030204" pitchFamily="34" charset="0"/>
              <a:cs typeface="Calibri" panose="020F0502020204030204" pitchFamily="34" charset="0"/>
            </a:endParaRPr>
          </a:p>
          <a:p>
            <a:r>
              <a:rPr lang="en-US" sz="3200">
                <a:latin typeface="Calibri" panose="020F0502020204030204" pitchFamily="34" charset="0"/>
                <a:cs typeface="Calibri" panose="020F0502020204030204" pitchFamily="34" charset="0"/>
              </a:rPr>
              <a:t>The table containing the foreign key is called the child table, and the table containing the candidate key is called the referenced or parent table.</a:t>
            </a:r>
          </a:p>
          <a:p>
            <a:endParaRPr lang="en-US" sz="320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CustomShape 2"/>
          <p:cNvSpPr/>
          <p:nvPr/>
        </p:nvSpPr>
        <p:spPr>
          <a:xfrm>
            <a:off x="504000" y="1768680"/>
            <a:ext cx="9071640" cy="4383720"/>
          </a:xfrm>
          <a:prstGeom prst="rect">
            <a:avLst/>
          </a:prstGeom>
          <a:noFill/>
          <a:ln>
            <a:noFill/>
          </a:ln>
        </p:spPr>
      </p:sp>
      <p:graphicFrame>
        <p:nvGraphicFramePr>
          <p:cNvPr id="4" name="Table 3"/>
          <p:cNvGraphicFramePr>
            <a:graphicFrameLocks noGrp="1"/>
          </p:cNvGraphicFramePr>
          <p:nvPr>
            <p:extLst>
              <p:ext uri="{D42A27DB-BD31-4B8C-83A1-F6EECF244321}">
                <p14:modId xmlns:p14="http://schemas.microsoft.com/office/powerpoint/2010/main" val="2712943381"/>
              </p:ext>
            </p:extLst>
          </p:nvPr>
        </p:nvGraphicFramePr>
        <p:xfrm>
          <a:off x="957928" y="1341437"/>
          <a:ext cx="8582024" cy="838200"/>
        </p:xfrm>
        <a:graphic>
          <a:graphicData uri="http://schemas.openxmlformats.org/drawingml/2006/table">
            <a:tbl>
              <a:tblPr/>
              <a:tblGrid>
                <a:gridCol w="2145506">
                  <a:extLst>
                    <a:ext uri="{9D8B030D-6E8A-4147-A177-3AD203B41FA5}">
                      <a16:colId xmlns:a16="http://schemas.microsoft.com/office/drawing/2014/main" val="20000"/>
                    </a:ext>
                  </a:extLst>
                </a:gridCol>
                <a:gridCol w="2145506">
                  <a:extLst>
                    <a:ext uri="{9D8B030D-6E8A-4147-A177-3AD203B41FA5}">
                      <a16:colId xmlns:a16="http://schemas.microsoft.com/office/drawing/2014/main" val="20001"/>
                    </a:ext>
                  </a:extLst>
                </a:gridCol>
                <a:gridCol w="2145506">
                  <a:extLst>
                    <a:ext uri="{9D8B030D-6E8A-4147-A177-3AD203B41FA5}">
                      <a16:colId xmlns:a16="http://schemas.microsoft.com/office/drawing/2014/main" val="20002"/>
                    </a:ext>
                  </a:extLst>
                </a:gridCol>
                <a:gridCol w="2145506">
                  <a:extLst>
                    <a:ext uri="{9D8B030D-6E8A-4147-A177-3AD203B41FA5}">
                      <a16:colId xmlns:a16="http://schemas.microsoft.com/office/drawing/2014/main" val="20003"/>
                    </a:ext>
                  </a:extLst>
                </a:gridCol>
              </a:tblGrid>
              <a:tr h="838200">
                <a:tc>
                  <a:txBody>
                    <a:bodyPr/>
                    <a:lstStyle/>
                    <a:p>
                      <a:pPr algn="l" fontAlgn="t"/>
                      <a:r>
                        <a:rPr lang="en-US" sz="2800" err="1">
                          <a:effectLst/>
                          <a:latin typeface="Calibri" panose="020F0502020204030204" pitchFamily="34" charset="0"/>
                          <a:cs typeface="Calibri" panose="020F0502020204030204" pitchFamily="34" charset="0"/>
                        </a:rPr>
                        <a:t>PersonID</a:t>
                      </a:r>
                      <a:endParaRPr lang="en-US" sz="2800">
                        <a:effectLst/>
                        <a:latin typeface="Calibri" panose="020F0502020204030204" pitchFamily="34" charset="0"/>
                        <a:cs typeface="Calibri" panose="020F0502020204030204" pitchFamily="34" charset="0"/>
                      </a:endParaRP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2800" err="1">
                          <a:effectLst/>
                          <a:latin typeface="Calibri" panose="020F0502020204030204" pitchFamily="34" charset="0"/>
                          <a:cs typeface="Calibri" panose="020F0502020204030204" pitchFamily="34" charset="0"/>
                        </a:rPr>
                        <a:t>LastName</a:t>
                      </a:r>
                      <a:endParaRPr lang="en-US" sz="2800">
                        <a:effectLst/>
                        <a:latin typeface="Calibri" panose="020F0502020204030204" pitchFamily="34" charset="0"/>
                        <a:cs typeface="Calibri" panose="020F0502020204030204" pitchFamily="34" charset="0"/>
                      </a:endParaRP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2800" err="1">
                          <a:effectLst/>
                          <a:latin typeface="Calibri" panose="020F0502020204030204" pitchFamily="34" charset="0"/>
                          <a:cs typeface="Calibri" panose="020F0502020204030204" pitchFamily="34" charset="0"/>
                        </a:rPr>
                        <a:t>FirstName</a:t>
                      </a:r>
                      <a:endParaRPr lang="en-US" sz="2800">
                        <a:effectLst/>
                        <a:latin typeface="Calibri" panose="020F0502020204030204" pitchFamily="34" charset="0"/>
                        <a:cs typeface="Calibri" panose="020F0502020204030204" pitchFamily="34" charset="0"/>
                      </a:endParaRP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2800">
                          <a:effectLst/>
                          <a:latin typeface="Calibri" panose="020F0502020204030204" pitchFamily="34" charset="0"/>
                          <a:cs typeface="Calibri" panose="020F0502020204030204" pitchFamily="34" charset="0"/>
                        </a:rPr>
                        <a:t>Age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
        <p:nvSpPr>
          <p:cNvPr id="5" name="Rectangle 1"/>
          <p:cNvSpPr>
            <a:spLocks noGrp="1" noChangeArrowheads="1"/>
          </p:cNvSpPr>
          <p:nvPr>
            <p:ph type="subTitle"/>
          </p:nvPr>
        </p:nvSpPr>
        <p:spPr bwMode="auto">
          <a:xfrm>
            <a:off x="392112" y="350837"/>
            <a:ext cx="2457724"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800" b="1" i="0" u="none" strike="noStrike" cap="none" normalizeH="0" baseline="0">
                <a:ln>
                  <a:noFill/>
                </a:ln>
                <a:solidFill>
                  <a:srgbClr val="000000"/>
                </a:solidFill>
                <a:effectLst/>
                <a:latin typeface="Calibri" panose="020F0502020204030204" pitchFamily="34" charset="0"/>
                <a:cs typeface="Calibri" panose="020F0502020204030204" pitchFamily="34" charset="0"/>
              </a:rPr>
              <a:t>Persons" table:</a:t>
            </a:r>
            <a:endParaRPr kumimoji="0" lang="en-US" altLang="en-US" sz="2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444790407"/>
              </p:ext>
            </p:extLst>
          </p:nvPr>
        </p:nvGraphicFramePr>
        <p:xfrm>
          <a:off x="849312" y="3551237"/>
          <a:ext cx="8382000" cy="685800"/>
        </p:xfrm>
        <a:graphic>
          <a:graphicData uri="http://schemas.openxmlformats.org/drawingml/2006/table">
            <a:tbl>
              <a:tblPr/>
              <a:tblGrid>
                <a:gridCol w="2794000">
                  <a:extLst>
                    <a:ext uri="{9D8B030D-6E8A-4147-A177-3AD203B41FA5}">
                      <a16:colId xmlns:a16="http://schemas.microsoft.com/office/drawing/2014/main" val="20000"/>
                    </a:ext>
                  </a:extLst>
                </a:gridCol>
                <a:gridCol w="2794000">
                  <a:extLst>
                    <a:ext uri="{9D8B030D-6E8A-4147-A177-3AD203B41FA5}">
                      <a16:colId xmlns:a16="http://schemas.microsoft.com/office/drawing/2014/main" val="20001"/>
                    </a:ext>
                  </a:extLst>
                </a:gridCol>
                <a:gridCol w="2794000">
                  <a:extLst>
                    <a:ext uri="{9D8B030D-6E8A-4147-A177-3AD203B41FA5}">
                      <a16:colId xmlns:a16="http://schemas.microsoft.com/office/drawing/2014/main" val="20002"/>
                    </a:ext>
                  </a:extLst>
                </a:gridCol>
              </a:tblGrid>
              <a:tr h="685800">
                <a:tc>
                  <a:txBody>
                    <a:bodyPr/>
                    <a:lstStyle/>
                    <a:p>
                      <a:pPr algn="l" fontAlgn="t"/>
                      <a:r>
                        <a:rPr lang="en-US" sz="2800" err="1">
                          <a:effectLst/>
                          <a:latin typeface="Calibri" panose="020F0502020204030204" pitchFamily="34" charset="0"/>
                          <a:cs typeface="Calibri" panose="020F0502020204030204" pitchFamily="34" charset="0"/>
                        </a:rPr>
                        <a:t>OrderID</a:t>
                      </a:r>
                      <a:endParaRPr lang="en-US" sz="2800">
                        <a:effectLst/>
                        <a:latin typeface="Calibri" panose="020F0502020204030204" pitchFamily="34" charset="0"/>
                        <a:cs typeface="Calibri" panose="020F0502020204030204" pitchFamily="34" charset="0"/>
                      </a:endParaRP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2800" err="1">
                          <a:effectLst/>
                          <a:latin typeface="Calibri" panose="020F0502020204030204" pitchFamily="34" charset="0"/>
                          <a:cs typeface="Calibri" panose="020F0502020204030204" pitchFamily="34" charset="0"/>
                        </a:rPr>
                        <a:t>OrderNumber</a:t>
                      </a:r>
                      <a:endParaRPr lang="en-US" sz="2800">
                        <a:effectLst/>
                        <a:latin typeface="Calibri" panose="020F0502020204030204" pitchFamily="34" charset="0"/>
                        <a:cs typeface="Calibri" panose="020F0502020204030204" pitchFamily="34" charset="0"/>
                      </a:endParaRP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2800" err="1">
                          <a:effectLst/>
                          <a:latin typeface="Calibri" panose="020F0502020204030204" pitchFamily="34" charset="0"/>
                          <a:cs typeface="Calibri" panose="020F0502020204030204" pitchFamily="34" charset="0"/>
                        </a:rPr>
                        <a:t>PersonID</a:t>
                      </a:r>
                      <a:endParaRPr lang="en-US" sz="2800">
                        <a:effectLst/>
                        <a:latin typeface="Calibri" panose="020F0502020204030204" pitchFamily="34" charset="0"/>
                        <a:cs typeface="Calibri" panose="020F0502020204030204" pitchFamily="34" charset="0"/>
                      </a:endParaRP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
        <p:nvSpPr>
          <p:cNvPr id="7" name="Rectangle 2"/>
          <p:cNvSpPr>
            <a:spLocks noChangeArrowheads="1"/>
          </p:cNvSpPr>
          <p:nvPr/>
        </p:nvSpPr>
        <p:spPr bwMode="auto">
          <a:xfrm>
            <a:off x="620712" y="2560637"/>
            <a:ext cx="22274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800" b="0" i="0" u="none" strike="noStrike" cap="none" normalizeH="0" baseline="0">
                <a:ln>
                  <a:noFill/>
                </a:ln>
                <a:solidFill>
                  <a:srgbClr val="000000"/>
                </a:solidFill>
                <a:effectLst/>
                <a:latin typeface="Calibri" panose="020F0502020204030204" pitchFamily="34" charset="0"/>
                <a:cs typeface="Calibri" panose="020F0502020204030204" pitchFamily="34" charset="0"/>
              </a:rPr>
              <a:t>Orders" table:</a:t>
            </a:r>
            <a:endParaRPr kumimoji="0" lang="en-US" altLang="en-US" sz="28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CustomShape 1"/>
          <p:cNvSpPr/>
          <p:nvPr/>
        </p:nvSpPr>
        <p:spPr>
          <a:xfrm>
            <a:off x="504000" y="301320"/>
            <a:ext cx="9070560" cy="1261800"/>
          </a:xfrm>
          <a:prstGeom prst="rect">
            <a:avLst/>
          </a:prstGeom>
          <a:noFill/>
          <a:ln>
            <a:noFill/>
          </a:ln>
        </p:spPr>
      </p:sp>
      <p:sp>
        <p:nvSpPr>
          <p:cNvPr id="162" name="CustomShape 2"/>
          <p:cNvSpPr/>
          <p:nvPr/>
        </p:nvSpPr>
        <p:spPr>
          <a:xfrm>
            <a:off x="504000" y="1768680"/>
            <a:ext cx="9071640" cy="4383720"/>
          </a:xfrm>
          <a:prstGeom prst="rect">
            <a:avLst/>
          </a:prstGeom>
          <a:noFill/>
          <a:ln>
            <a:noFill/>
          </a:ln>
        </p:spPr>
      </p:sp>
      <p:sp>
        <p:nvSpPr>
          <p:cNvPr id="3" name="Subtitle 2"/>
          <p:cNvSpPr>
            <a:spLocks noGrp="1"/>
          </p:cNvSpPr>
          <p:nvPr>
            <p:ph type="subTitle"/>
          </p:nvPr>
        </p:nvSpPr>
        <p:spPr/>
        <p:txBody>
          <a:bodyPr/>
          <a:lstStyle/>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r>
              <a:rPr lang="en-US" sz="2800"/>
              <a:t>"</a:t>
            </a:r>
            <a:r>
              <a:rPr lang="en-US" sz="2800" err="1">
                <a:latin typeface="Calibri" panose="020F0502020204030204" pitchFamily="34" charset="0"/>
                <a:cs typeface="Calibri" panose="020F0502020204030204" pitchFamily="34" charset="0"/>
              </a:rPr>
              <a:t>PersonID</a:t>
            </a:r>
            <a:r>
              <a:rPr lang="en-US" sz="2800">
                <a:latin typeface="Calibri" panose="020F0502020204030204" pitchFamily="34" charset="0"/>
                <a:cs typeface="Calibri" panose="020F0502020204030204" pitchFamily="34" charset="0"/>
              </a:rPr>
              <a:t>" column in the "Orders" table points to the "</a:t>
            </a:r>
            <a:r>
              <a:rPr lang="en-US" sz="2800" err="1">
                <a:latin typeface="Calibri" panose="020F0502020204030204" pitchFamily="34" charset="0"/>
                <a:cs typeface="Calibri" panose="020F0502020204030204" pitchFamily="34" charset="0"/>
              </a:rPr>
              <a:t>PersonID</a:t>
            </a:r>
            <a:r>
              <a:rPr lang="en-US" sz="2800">
                <a:latin typeface="Calibri" panose="020F0502020204030204" pitchFamily="34" charset="0"/>
                <a:cs typeface="Calibri" panose="020F0502020204030204" pitchFamily="34" charset="0"/>
              </a:rPr>
              <a:t>" column in the "Persons" table.</a:t>
            </a:r>
          </a:p>
          <a:p>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The "</a:t>
            </a:r>
            <a:r>
              <a:rPr lang="en-US" sz="2800" err="1">
                <a:latin typeface="Calibri" panose="020F0502020204030204" pitchFamily="34" charset="0"/>
                <a:cs typeface="Calibri" panose="020F0502020204030204" pitchFamily="34" charset="0"/>
              </a:rPr>
              <a:t>PersonID</a:t>
            </a:r>
            <a:r>
              <a:rPr lang="en-US" sz="2800">
                <a:latin typeface="Calibri" panose="020F0502020204030204" pitchFamily="34" charset="0"/>
                <a:cs typeface="Calibri" panose="020F0502020204030204" pitchFamily="34" charset="0"/>
              </a:rPr>
              <a:t>" column in the "Persons" table is the PRIMARY KEY in the "Persons" table.</a:t>
            </a:r>
          </a:p>
          <a:p>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The "</a:t>
            </a:r>
            <a:r>
              <a:rPr lang="en-US" sz="2800" err="1">
                <a:latin typeface="Calibri" panose="020F0502020204030204" pitchFamily="34" charset="0"/>
                <a:cs typeface="Calibri" panose="020F0502020204030204" pitchFamily="34" charset="0"/>
              </a:rPr>
              <a:t>PersonID</a:t>
            </a:r>
            <a:r>
              <a:rPr lang="en-US" sz="2800">
                <a:latin typeface="Calibri" panose="020F0502020204030204" pitchFamily="34" charset="0"/>
                <a:cs typeface="Calibri" panose="020F0502020204030204" pitchFamily="34" charset="0"/>
              </a:rPr>
              <a:t>" column in the "Orders" table is a FOREIGN KEY in the "Orders" table.</a:t>
            </a:r>
          </a:p>
          <a:p>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The FOREIGN KEY constraint is used to prevent actions that would destroy links between tables.</a:t>
            </a:r>
          </a:p>
          <a:p>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The FOREIGN KEY constraint also prevents invalid data from being inserted into the foreign key column, because it has to be one of the values contained in the table it points to.</a:t>
            </a:r>
          </a:p>
          <a:p>
            <a:endParaRPr lang="en-US">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504000" y="301320"/>
            <a:ext cx="9070560" cy="1261800"/>
          </a:xfrm>
          <a:prstGeom prst="rect">
            <a:avLst/>
          </a:prstGeom>
          <a:noFill/>
          <a:ln>
            <a:noFill/>
          </a:ln>
        </p:spPr>
      </p:sp>
      <p:sp>
        <p:nvSpPr>
          <p:cNvPr id="164"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200" b="1"/>
              <a:t>SQL FOREIGN KEY on CREATE TABLE</a:t>
            </a:r>
            <a:br>
              <a:rPr lang="en-US"/>
            </a:br>
            <a:endParaRPr lang="en-US"/>
          </a:p>
        </p:txBody>
      </p:sp>
      <p:sp>
        <p:nvSpPr>
          <p:cNvPr id="3" name="Subtitle 2"/>
          <p:cNvSpPr>
            <a:spLocks noGrp="1"/>
          </p:cNvSpPr>
          <p:nvPr>
            <p:ph type="subTitle"/>
          </p:nvPr>
        </p:nvSpPr>
        <p:spPr/>
        <p:txBody>
          <a:bodyPr/>
          <a:lstStyle/>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latin typeface="Calibri" panose="020F0502020204030204" pitchFamily="34" charset="0"/>
              <a:cs typeface="Calibri" panose="020F0502020204030204" pitchFamily="34" charset="0"/>
            </a:endParaRPr>
          </a:p>
          <a:p>
            <a:endParaRPr lang="en-US" sz="2800">
              <a:latin typeface="Calibri" panose="020F0502020204030204" pitchFamily="34" charset="0"/>
              <a:cs typeface="Calibri" panose="020F0502020204030204" pitchFamily="34" charset="0"/>
            </a:endParaRPr>
          </a:p>
          <a:p>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Create a FOREIGN KEY on the "</a:t>
            </a:r>
            <a:r>
              <a:rPr lang="en-US" sz="2800" err="1">
                <a:latin typeface="Calibri" panose="020F0502020204030204" pitchFamily="34" charset="0"/>
                <a:cs typeface="Calibri" panose="020F0502020204030204" pitchFamily="34" charset="0"/>
              </a:rPr>
              <a:t>PersonID</a:t>
            </a:r>
            <a:r>
              <a:rPr lang="en-US" sz="2800">
                <a:latin typeface="Calibri" panose="020F0502020204030204" pitchFamily="34" charset="0"/>
                <a:cs typeface="Calibri" panose="020F0502020204030204" pitchFamily="34" charset="0"/>
              </a:rPr>
              <a:t>" column when the "Orders" table is created.</a:t>
            </a:r>
          </a:p>
          <a:p>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CREATE TABLE Orders (</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    </a:t>
            </a:r>
            <a:r>
              <a:rPr lang="en-US" sz="2800" err="1">
                <a:latin typeface="Calibri" panose="020F0502020204030204" pitchFamily="34" charset="0"/>
                <a:cs typeface="Calibri" panose="020F0502020204030204" pitchFamily="34" charset="0"/>
              </a:rPr>
              <a:t>OrderID</a:t>
            </a:r>
            <a:r>
              <a:rPr lang="en-US" sz="2800">
                <a:latin typeface="Calibri" panose="020F0502020204030204" pitchFamily="34" charset="0"/>
                <a:cs typeface="Calibri" panose="020F0502020204030204" pitchFamily="34" charset="0"/>
              </a:rPr>
              <a:t> </a:t>
            </a:r>
            <a:r>
              <a:rPr lang="en-US" sz="2800" err="1">
                <a:latin typeface="Calibri" panose="020F0502020204030204" pitchFamily="34" charset="0"/>
                <a:cs typeface="Calibri" panose="020F0502020204030204" pitchFamily="34" charset="0"/>
              </a:rPr>
              <a:t>int</a:t>
            </a:r>
            <a:r>
              <a:rPr lang="en-US" sz="2800">
                <a:latin typeface="Calibri" panose="020F0502020204030204" pitchFamily="34" charset="0"/>
                <a:cs typeface="Calibri" panose="020F0502020204030204" pitchFamily="34" charset="0"/>
              </a:rPr>
              <a:t> NOT NULL,</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    </a:t>
            </a:r>
            <a:r>
              <a:rPr lang="en-US" sz="2800" err="1">
                <a:latin typeface="Calibri" panose="020F0502020204030204" pitchFamily="34" charset="0"/>
                <a:cs typeface="Calibri" panose="020F0502020204030204" pitchFamily="34" charset="0"/>
              </a:rPr>
              <a:t>OrderNumber</a:t>
            </a:r>
            <a:r>
              <a:rPr lang="en-US" sz="2800">
                <a:latin typeface="Calibri" panose="020F0502020204030204" pitchFamily="34" charset="0"/>
                <a:cs typeface="Calibri" panose="020F0502020204030204" pitchFamily="34" charset="0"/>
              </a:rPr>
              <a:t> </a:t>
            </a:r>
            <a:r>
              <a:rPr lang="en-US" sz="2800" err="1">
                <a:latin typeface="Calibri" panose="020F0502020204030204" pitchFamily="34" charset="0"/>
                <a:cs typeface="Calibri" panose="020F0502020204030204" pitchFamily="34" charset="0"/>
              </a:rPr>
              <a:t>int</a:t>
            </a:r>
            <a:r>
              <a:rPr lang="en-US" sz="2800">
                <a:latin typeface="Calibri" panose="020F0502020204030204" pitchFamily="34" charset="0"/>
                <a:cs typeface="Calibri" panose="020F0502020204030204" pitchFamily="34" charset="0"/>
              </a:rPr>
              <a:t> NOT NULL,</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    </a:t>
            </a:r>
            <a:r>
              <a:rPr lang="en-US" sz="2800" err="1">
                <a:latin typeface="Calibri" panose="020F0502020204030204" pitchFamily="34" charset="0"/>
                <a:cs typeface="Calibri" panose="020F0502020204030204" pitchFamily="34" charset="0"/>
              </a:rPr>
              <a:t>PersonID</a:t>
            </a:r>
            <a:r>
              <a:rPr lang="en-US" sz="2800">
                <a:latin typeface="Calibri" panose="020F0502020204030204" pitchFamily="34" charset="0"/>
                <a:cs typeface="Calibri" panose="020F0502020204030204" pitchFamily="34" charset="0"/>
              </a:rPr>
              <a:t> </a:t>
            </a:r>
            <a:r>
              <a:rPr lang="en-US" sz="2800" err="1">
                <a:latin typeface="Calibri" panose="020F0502020204030204" pitchFamily="34" charset="0"/>
                <a:cs typeface="Calibri" panose="020F0502020204030204" pitchFamily="34" charset="0"/>
              </a:rPr>
              <a:t>int</a:t>
            </a:r>
            <a:r>
              <a:rPr lang="en-US" sz="2800">
                <a:latin typeface="Calibri" panose="020F0502020204030204" pitchFamily="34" charset="0"/>
                <a:cs typeface="Calibri" panose="020F0502020204030204" pitchFamily="34" charset="0"/>
              </a:rPr>
              <a:t>,</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    PRIMARY KEY (</a:t>
            </a:r>
            <a:r>
              <a:rPr lang="en-US" sz="2800" err="1">
                <a:latin typeface="Calibri" panose="020F0502020204030204" pitchFamily="34" charset="0"/>
                <a:cs typeface="Calibri" panose="020F0502020204030204" pitchFamily="34" charset="0"/>
              </a:rPr>
              <a:t>OrderID</a:t>
            </a:r>
            <a:r>
              <a:rPr lang="en-US" sz="2800">
                <a:latin typeface="Calibri" panose="020F0502020204030204" pitchFamily="34" charset="0"/>
                <a:cs typeface="Calibri" panose="020F0502020204030204" pitchFamily="34" charset="0"/>
              </a:rPr>
              <a:t>),</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    FOREIGN KEY (</a:t>
            </a:r>
            <a:r>
              <a:rPr lang="en-US" sz="2800" err="1">
                <a:latin typeface="Calibri" panose="020F0502020204030204" pitchFamily="34" charset="0"/>
                <a:cs typeface="Calibri" panose="020F0502020204030204" pitchFamily="34" charset="0"/>
              </a:rPr>
              <a:t>PersonID</a:t>
            </a:r>
            <a:r>
              <a:rPr lang="en-US" sz="2800">
                <a:latin typeface="Calibri" panose="020F0502020204030204" pitchFamily="34" charset="0"/>
                <a:cs typeface="Calibri" panose="020F0502020204030204" pitchFamily="34" charset="0"/>
              </a:rPr>
              <a:t>) REFERENCES Persons(</a:t>
            </a:r>
            <a:r>
              <a:rPr lang="en-US" sz="2800" err="1">
                <a:latin typeface="Calibri" panose="020F0502020204030204" pitchFamily="34" charset="0"/>
                <a:cs typeface="Calibri" panose="020F0502020204030204" pitchFamily="34" charset="0"/>
              </a:rPr>
              <a:t>PersonID</a:t>
            </a:r>
            <a:r>
              <a:rPr lang="en-US" sz="2800">
                <a:latin typeface="Calibri" panose="020F0502020204030204" pitchFamily="34" charset="0"/>
                <a:cs typeface="Calibri" panose="020F0502020204030204" pitchFamily="34" charset="0"/>
              </a:rPr>
              <a:t>)</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a:t>
            </a:r>
          </a:p>
          <a:p>
            <a:endParaRPr lang="en-US" sz="2800"/>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CustomShape 1"/>
          <p:cNvSpPr/>
          <p:nvPr/>
        </p:nvSpPr>
        <p:spPr>
          <a:xfrm>
            <a:off x="504000" y="301320"/>
            <a:ext cx="9070560" cy="1261800"/>
          </a:xfrm>
          <a:prstGeom prst="rect">
            <a:avLst/>
          </a:prstGeom>
          <a:noFill/>
          <a:ln>
            <a:noFill/>
          </a:ln>
        </p:spPr>
      </p:sp>
      <p:sp>
        <p:nvSpPr>
          <p:cNvPr id="166"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600" b="1"/>
              <a:t>SQL FOREIGN KEY on ALTER TABLE</a:t>
            </a:r>
            <a:br>
              <a:rPr lang="en-US"/>
            </a:br>
            <a:endParaRPr lang="en-US"/>
          </a:p>
        </p:txBody>
      </p:sp>
      <p:sp>
        <p:nvSpPr>
          <p:cNvPr id="3" name="Subtitle 2"/>
          <p:cNvSpPr>
            <a:spLocks noGrp="1"/>
          </p:cNvSpPr>
          <p:nvPr>
            <p:ph type="subTitle"/>
          </p:nvPr>
        </p:nvSpPr>
        <p:spPr/>
        <p:txBody>
          <a:bodyPr/>
          <a:lstStyle/>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r>
              <a:rPr lang="en-US" sz="2800">
                <a:latin typeface="Calibri" panose="020F0502020204030204" pitchFamily="34" charset="0"/>
                <a:cs typeface="Calibri" panose="020F0502020204030204" pitchFamily="34" charset="0"/>
              </a:rPr>
              <a:t>To create a FOREIGN KEY constraint on the "</a:t>
            </a:r>
            <a:r>
              <a:rPr lang="en-US" sz="2800" err="1">
                <a:latin typeface="Calibri" panose="020F0502020204030204" pitchFamily="34" charset="0"/>
                <a:cs typeface="Calibri" panose="020F0502020204030204" pitchFamily="34" charset="0"/>
              </a:rPr>
              <a:t>PersonID</a:t>
            </a:r>
            <a:r>
              <a:rPr lang="en-US" sz="2800">
                <a:latin typeface="Calibri" panose="020F0502020204030204" pitchFamily="34" charset="0"/>
                <a:cs typeface="Calibri" panose="020F0502020204030204" pitchFamily="34" charset="0"/>
              </a:rPr>
              <a:t>" column when the "Orders" table is already created:</a:t>
            </a:r>
          </a:p>
          <a:p>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ALTER TABLE Orders</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ADD FOREIGN KEY (</a:t>
            </a:r>
            <a:r>
              <a:rPr lang="en-US" sz="2800" err="1">
                <a:latin typeface="Calibri" panose="020F0502020204030204" pitchFamily="34" charset="0"/>
                <a:cs typeface="Calibri" panose="020F0502020204030204" pitchFamily="34" charset="0"/>
              </a:rPr>
              <a:t>PersonID</a:t>
            </a:r>
            <a:r>
              <a:rPr lang="en-US" sz="2800">
                <a:latin typeface="Calibri" panose="020F0502020204030204" pitchFamily="34" charset="0"/>
                <a:cs typeface="Calibri" panose="020F0502020204030204" pitchFamily="34" charset="0"/>
              </a:rPr>
              <a:t>) REFERENCES Persons(</a:t>
            </a:r>
            <a:r>
              <a:rPr lang="en-US" sz="2800" err="1">
                <a:latin typeface="Calibri" panose="020F0502020204030204" pitchFamily="34" charset="0"/>
                <a:cs typeface="Calibri" panose="020F0502020204030204" pitchFamily="34" charset="0"/>
              </a:rPr>
              <a:t>PersonID</a:t>
            </a:r>
            <a:r>
              <a:rPr lang="en-US" sz="2800">
                <a:latin typeface="Calibri" panose="020F0502020204030204" pitchFamily="34" charset="0"/>
                <a:cs typeface="Calibri" panose="020F0502020204030204" pitchFamily="34" charset="0"/>
              </a:rPr>
              <a:t>);</a:t>
            </a:r>
          </a:p>
          <a:p>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To allow naming of a FOREIGN KEY constraint, and for defining a FOREIGN KEY constraint on multiple columns, use the following SQL syntax:</a:t>
            </a:r>
          </a:p>
          <a:p>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ALTER TABLE Orders</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ADD CONSTRAINT </a:t>
            </a:r>
            <a:r>
              <a:rPr lang="en-US" sz="2800" err="1">
                <a:latin typeface="Calibri" panose="020F0502020204030204" pitchFamily="34" charset="0"/>
                <a:cs typeface="Calibri" panose="020F0502020204030204" pitchFamily="34" charset="0"/>
              </a:rPr>
              <a:t>FK_PersonOrder</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FOREIGN KEY (</a:t>
            </a:r>
            <a:r>
              <a:rPr lang="en-US" sz="2800" err="1">
                <a:latin typeface="Calibri" panose="020F0502020204030204" pitchFamily="34" charset="0"/>
                <a:cs typeface="Calibri" panose="020F0502020204030204" pitchFamily="34" charset="0"/>
              </a:rPr>
              <a:t>PersonID</a:t>
            </a:r>
            <a:r>
              <a:rPr lang="en-US" sz="2800">
                <a:latin typeface="Calibri" panose="020F0502020204030204" pitchFamily="34" charset="0"/>
                <a:cs typeface="Calibri" panose="020F0502020204030204" pitchFamily="34" charset="0"/>
              </a:rPr>
              <a:t>) REFERENCES Persons(</a:t>
            </a:r>
            <a:r>
              <a:rPr lang="en-US" sz="2800" err="1">
                <a:latin typeface="Calibri" panose="020F0502020204030204" pitchFamily="34" charset="0"/>
                <a:cs typeface="Calibri" panose="020F0502020204030204" pitchFamily="34" charset="0"/>
              </a:rPr>
              <a:t>PersonID</a:t>
            </a:r>
            <a:r>
              <a:rPr lang="en-US" sz="2800">
                <a:latin typeface="Calibri" panose="020F0502020204030204" pitchFamily="34" charset="0"/>
                <a:cs typeface="Calibri" panose="020F0502020204030204" pitchFamily="34" charset="0"/>
              </a:rPr>
              <a:t>);</a:t>
            </a:r>
          </a:p>
          <a:p>
            <a:endParaRPr lang="en-US" sz="280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CustomShape 1"/>
          <p:cNvSpPr/>
          <p:nvPr/>
        </p:nvSpPr>
        <p:spPr>
          <a:xfrm>
            <a:off x="504000" y="301320"/>
            <a:ext cx="9070560" cy="1261800"/>
          </a:xfrm>
          <a:prstGeom prst="rect">
            <a:avLst/>
          </a:prstGeom>
          <a:noFill/>
          <a:ln>
            <a:noFill/>
          </a:ln>
        </p:spPr>
      </p:sp>
      <p:sp>
        <p:nvSpPr>
          <p:cNvPr id="168"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200" b="1"/>
              <a:t>DROP a FOREIGN KEY Constraint</a:t>
            </a:r>
            <a:br>
              <a:rPr lang="en-US"/>
            </a:br>
            <a:endParaRPr lang="en-US"/>
          </a:p>
        </p:txBody>
      </p:sp>
      <p:sp>
        <p:nvSpPr>
          <p:cNvPr id="3" name="Subtitle 2"/>
          <p:cNvSpPr>
            <a:spLocks noGrp="1"/>
          </p:cNvSpPr>
          <p:nvPr>
            <p:ph type="subTitle"/>
          </p:nvPr>
        </p:nvSpPr>
        <p:spPr/>
        <p:txBody>
          <a:bodyPr/>
          <a:lstStyle/>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r>
              <a:rPr lang="en-US" sz="3200">
                <a:latin typeface="Calibri" panose="020F0502020204030204" pitchFamily="34" charset="0"/>
                <a:cs typeface="Calibri" panose="020F0502020204030204" pitchFamily="34" charset="0"/>
              </a:rPr>
              <a:t>To drop a FOREIGN KEY constraint, use the following SQL</a:t>
            </a:r>
          </a:p>
          <a:p>
            <a:endParaRPr lang="en-US" sz="3200">
              <a:latin typeface="Calibri" panose="020F0502020204030204" pitchFamily="34" charset="0"/>
              <a:cs typeface="Calibri" panose="020F0502020204030204" pitchFamily="34" charset="0"/>
            </a:endParaRPr>
          </a:p>
          <a:p>
            <a:r>
              <a:rPr lang="en-US" sz="3200">
                <a:latin typeface="Calibri" panose="020F0502020204030204" pitchFamily="34" charset="0"/>
                <a:cs typeface="Calibri" panose="020F0502020204030204" pitchFamily="34" charset="0"/>
              </a:rPr>
              <a:t>ALTER TABLE Orders</a:t>
            </a:r>
            <a:br>
              <a:rPr lang="en-US" sz="3200">
                <a:latin typeface="Calibri" panose="020F0502020204030204" pitchFamily="34" charset="0"/>
                <a:cs typeface="Calibri" panose="020F0502020204030204" pitchFamily="34" charset="0"/>
              </a:rPr>
            </a:br>
            <a:r>
              <a:rPr lang="en-US" sz="3200">
                <a:latin typeface="Calibri" panose="020F0502020204030204" pitchFamily="34" charset="0"/>
                <a:cs typeface="Calibri" panose="020F0502020204030204" pitchFamily="34" charset="0"/>
              </a:rPr>
              <a:t>DROP FOREIGN KEY </a:t>
            </a:r>
            <a:r>
              <a:rPr lang="en-US" sz="3200" err="1">
                <a:latin typeface="Calibri" panose="020F0502020204030204" pitchFamily="34" charset="0"/>
                <a:cs typeface="Calibri" panose="020F0502020204030204" pitchFamily="34" charset="0"/>
              </a:rPr>
              <a:t>FK_PersonOrder</a:t>
            </a:r>
            <a:r>
              <a:rPr lang="en-US" sz="3200">
                <a:latin typeface="Calibri" panose="020F0502020204030204" pitchFamily="34" charset="0"/>
                <a:cs typeface="Calibri" panose="020F0502020204030204" pitchFamily="34" charset="0"/>
              </a:rPr>
              <a:t>;</a:t>
            </a:r>
          </a:p>
          <a:p>
            <a:endParaRPr lang="en-US" sz="320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CustomShape 1"/>
          <p:cNvSpPr/>
          <p:nvPr/>
        </p:nvSpPr>
        <p:spPr>
          <a:xfrm>
            <a:off x="504000" y="301320"/>
            <a:ext cx="9070560" cy="1261800"/>
          </a:xfrm>
          <a:prstGeom prst="rect">
            <a:avLst/>
          </a:prstGeom>
          <a:noFill/>
          <a:ln>
            <a:noFill/>
          </a:ln>
        </p:spPr>
      </p:sp>
      <p:sp>
        <p:nvSpPr>
          <p:cNvPr id="170"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200" b="1"/>
              <a:t>SQL CHECK Constraint</a:t>
            </a:r>
            <a:br>
              <a:rPr lang="en-US"/>
            </a:br>
            <a:endParaRPr lang="en-US"/>
          </a:p>
        </p:txBody>
      </p:sp>
      <p:sp>
        <p:nvSpPr>
          <p:cNvPr id="3" name="Subtitle 2"/>
          <p:cNvSpPr>
            <a:spLocks noGrp="1"/>
          </p:cNvSpPr>
          <p:nvPr>
            <p:ph type="subTitle"/>
          </p:nvPr>
        </p:nvSpPr>
        <p:spPr/>
        <p:txBody>
          <a:bodyPr/>
          <a:lstStyle/>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pPr algn="l"/>
            <a:endParaRPr lang="en-US" sz="3200"/>
          </a:p>
          <a:p>
            <a:endParaRPr lang="en-US" sz="3200"/>
          </a:p>
          <a:p>
            <a:endParaRPr lang="en-US" sz="3200"/>
          </a:p>
          <a:p>
            <a:r>
              <a:rPr lang="en-US" sz="3200">
                <a:latin typeface="Calibri" panose="020F0502020204030204" pitchFamily="34" charset="0"/>
                <a:cs typeface="Calibri" panose="020F0502020204030204" pitchFamily="34" charset="0"/>
              </a:rPr>
              <a:t>The CHECK constraint is used to limit the value range that can be placed in a column.</a:t>
            </a:r>
          </a:p>
          <a:p>
            <a:r>
              <a:rPr lang="en-US" sz="3200">
                <a:latin typeface="Calibri" panose="020F0502020204030204" pitchFamily="34" charset="0"/>
                <a:cs typeface="Calibri" panose="020F0502020204030204" pitchFamily="34" charset="0"/>
              </a:rPr>
              <a:t>If you define a CHECK constraint on a single column it allows only certain values for this column.</a:t>
            </a:r>
          </a:p>
          <a:p>
            <a:r>
              <a:rPr lang="en-US" sz="3200">
                <a:latin typeface="Calibri" panose="020F0502020204030204" pitchFamily="34" charset="0"/>
                <a:cs typeface="Calibri" panose="020F0502020204030204" pitchFamily="34" charset="0"/>
              </a:rPr>
              <a:t>If you define a CHECK constraint on a table it can limit the values in certain columns based on values in other columns in the row.</a:t>
            </a:r>
          </a:p>
          <a:p>
            <a:r>
              <a:rPr lang="en-US" sz="3200">
                <a:latin typeface="Calibri" panose="020F0502020204030204" pitchFamily="34" charset="0"/>
                <a:cs typeface="Calibri" panose="020F0502020204030204" pitchFamily="34" charset="0"/>
              </a:rPr>
              <a:t>SQL CHECK on CREATE </a:t>
            </a:r>
            <a:r>
              <a:rPr lang="en-US" sz="3200"/>
              <a:t>TABLE</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CustomShape 1"/>
          <p:cNvSpPr/>
          <p:nvPr/>
        </p:nvSpPr>
        <p:spPr>
          <a:xfrm>
            <a:off x="504000" y="301320"/>
            <a:ext cx="9070560" cy="1261800"/>
          </a:xfrm>
          <a:prstGeom prst="rect">
            <a:avLst/>
          </a:prstGeom>
          <a:noFill/>
          <a:ln>
            <a:noFill/>
          </a:ln>
        </p:spPr>
      </p:sp>
      <p:sp>
        <p:nvSpPr>
          <p:cNvPr id="170"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200" b="1"/>
              <a:t>SQL CHECK Constraint</a:t>
            </a:r>
            <a:br>
              <a:rPr lang="en-US"/>
            </a:br>
            <a:endParaRPr lang="en-US"/>
          </a:p>
        </p:txBody>
      </p:sp>
      <p:sp>
        <p:nvSpPr>
          <p:cNvPr id="3" name="Subtitle 2"/>
          <p:cNvSpPr>
            <a:spLocks noGrp="1"/>
          </p:cNvSpPr>
          <p:nvPr>
            <p:ph type="subTitle"/>
          </p:nvPr>
        </p:nvSpPr>
        <p:spPr/>
        <p:txBody>
          <a:bodyPr/>
          <a:lstStyle/>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sz="2800"/>
          </a:p>
          <a:p>
            <a:endParaRPr lang="en-US" sz="2800"/>
          </a:p>
          <a:p>
            <a:r>
              <a:rPr lang="en-US" sz="2800">
                <a:latin typeface="Calibri" panose="020F0502020204030204" pitchFamily="34" charset="0"/>
                <a:cs typeface="Calibri" panose="020F0502020204030204" pitchFamily="34" charset="0"/>
              </a:rPr>
              <a:t>The following SQL creates a CHECK constraint on the "Age" column when the "Persons" table is created. The CHECK constraint ensures that you can not have any person below 18 years:</a:t>
            </a:r>
          </a:p>
          <a:p>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CREATE TABLE Persons (</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    ID </a:t>
            </a:r>
            <a:r>
              <a:rPr lang="en-US" sz="2800" err="1">
                <a:latin typeface="Calibri" panose="020F0502020204030204" pitchFamily="34" charset="0"/>
                <a:cs typeface="Calibri" panose="020F0502020204030204" pitchFamily="34" charset="0"/>
              </a:rPr>
              <a:t>int</a:t>
            </a:r>
            <a:r>
              <a:rPr lang="en-US" sz="2800">
                <a:latin typeface="Calibri" panose="020F0502020204030204" pitchFamily="34" charset="0"/>
                <a:cs typeface="Calibri" panose="020F0502020204030204" pitchFamily="34" charset="0"/>
              </a:rPr>
              <a:t> NOT NULL,</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    </a:t>
            </a:r>
            <a:r>
              <a:rPr lang="en-US" sz="2800" err="1">
                <a:latin typeface="Calibri" panose="020F0502020204030204" pitchFamily="34" charset="0"/>
                <a:cs typeface="Calibri" panose="020F0502020204030204" pitchFamily="34" charset="0"/>
              </a:rPr>
              <a:t>LastName</a:t>
            </a:r>
            <a:r>
              <a:rPr lang="en-US" sz="2800">
                <a:latin typeface="Calibri" panose="020F0502020204030204" pitchFamily="34" charset="0"/>
                <a:cs typeface="Calibri" panose="020F0502020204030204" pitchFamily="34" charset="0"/>
              </a:rPr>
              <a:t> varchar(255) NOT NULL,</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    </a:t>
            </a:r>
            <a:r>
              <a:rPr lang="en-US" sz="2800" err="1">
                <a:latin typeface="Calibri" panose="020F0502020204030204" pitchFamily="34" charset="0"/>
                <a:cs typeface="Calibri" panose="020F0502020204030204" pitchFamily="34" charset="0"/>
              </a:rPr>
              <a:t>FirstName</a:t>
            </a:r>
            <a:r>
              <a:rPr lang="en-US" sz="2800">
                <a:latin typeface="Calibri" panose="020F0502020204030204" pitchFamily="34" charset="0"/>
                <a:cs typeface="Calibri" panose="020F0502020204030204" pitchFamily="34" charset="0"/>
              </a:rPr>
              <a:t> varchar(255),</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    Age </a:t>
            </a:r>
            <a:r>
              <a:rPr lang="en-US" sz="2800" err="1">
                <a:latin typeface="Calibri" panose="020F0502020204030204" pitchFamily="34" charset="0"/>
                <a:cs typeface="Calibri" panose="020F0502020204030204" pitchFamily="34" charset="0"/>
              </a:rPr>
              <a:t>int</a:t>
            </a:r>
            <a:r>
              <a:rPr lang="en-US" sz="2800">
                <a:latin typeface="Calibri" panose="020F0502020204030204" pitchFamily="34" charset="0"/>
                <a:cs typeface="Calibri" panose="020F0502020204030204" pitchFamily="34" charset="0"/>
              </a:rPr>
              <a:t>,</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    CHECK (Age&gt;=18)</a:t>
            </a:r>
            <a:br>
              <a:rPr lang="en-US" sz="2800">
                <a:latin typeface="Calibri" panose="020F0502020204030204" pitchFamily="34" charset="0"/>
                <a:cs typeface="Calibri" panose="020F0502020204030204" pitchFamily="34" charset="0"/>
              </a:rPr>
            </a:br>
            <a:r>
              <a:rPr lang="en-US" sz="2800"/>
              <a:t>);</a:t>
            </a:r>
          </a:p>
          <a:p>
            <a:endParaRPr lang="en-US" sz="3200"/>
          </a:p>
        </p:txBody>
      </p:sp>
    </p:spTree>
    <p:extLst>
      <p:ext uri="{BB962C8B-B14F-4D97-AF65-F5344CB8AC3E}">
        <p14:creationId xmlns:p14="http://schemas.microsoft.com/office/powerpoint/2010/main" val="403837714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CustomShape 1"/>
          <p:cNvSpPr/>
          <p:nvPr/>
        </p:nvSpPr>
        <p:spPr>
          <a:xfrm>
            <a:off x="504000" y="301320"/>
            <a:ext cx="9070560" cy="1261800"/>
          </a:xfrm>
          <a:prstGeom prst="rect">
            <a:avLst/>
          </a:prstGeom>
          <a:noFill/>
          <a:ln>
            <a:noFill/>
          </a:ln>
        </p:spPr>
      </p:sp>
      <p:sp>
        <p:nvSpPr>
          <p:cNvPr id="172"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r>
              <a:rPr lang="en-US" sz="3200"/>
              <a:t>SQL CHECK on ALTER TABLE</a:t>
            </a:r>
            <a:br>
              <a:rPr lang="en-US"/>
            </a:br>
            <a:endParaRPr lang="en-US"/>
          </a:p>
        </p:txBody>
      </p:sp>
      <p:sp>
        <p:nvSpPr>
          <p:cNvPr id="3" name="Subtitle 2"/>
          <p:cNvSpPr>
            <a:spLocks noGrp="1"/>
          </p:cNvSpPr>
          <p:nvPr>
            <p:ph type="subTitle"/>
          </p:nvPr>
        </p:nvSpPr>
        <p:spPr/>
        <p:txBody>
          <a:bodyPr/>
          <a:lstStyle/>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r>
              <a:rPr lang="en-US" sz="2800">
                <a:latin typeface="Calibri" panose="020F0502020204030204" pitchFamily="34" charset="0"/>
                <a:cs typeface="Calibri" panose="020F0502020204030204" pitchFamily="34" charset="0"/>
              </a:rPr>
              <a:t>To create a CHECK constraint on the "Age" column when the table is already created, use the SQL:</a:t>
            </a:r>
          </a:p>
          <a:p>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ALTER TABLE Persons</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ADD CHECK (Age&gt;=18);</a:t>
            </a:r>
          </a:p>
          <a:p>
            <a:endParaRPr lang="en-US" sz="280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CustomShape 1"/>
          <p:cNvSpPr/>
          <p:nvPr/>
        </p:nvSpPr>
        <p:spPr>
          <a:xfrm>
            <a:off x="504000" y="301320"/>
            <a:ext cx="9070560" cy="1261800"/>
          </a:xfrm>
          <a:prstGeom prst="rect">
            <a:avLst/>
          </a:prstGeom>
          <a:noFill/>
          <a:ln>
            <a:noFill/>
          </a:ln>
        </p:spPr>
      </p:sp>
      <p:sp>
        <p:nvSpPr>
          <p:cNvPr id="174"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r>
              <a:rPr lang="en-US" sz="2800"/>
              <a:t>To allow naming of a CHECK constraint, and for defining a CHECK constraint on multiple columns</a:t>
            </a:r>
            <a:br>
              <a:rPr lang="en-US" sz="2800"/>
            </a:br>
            <a:endParaRPr lang="en-US" sz="2800"/>
          </a:p>
        </p:txBody>
      </p:sp>
      <p:sp>
        <p:nvSpPr>
          <p:cNvPr id="3" name="Subtitle 2"/>
          <p:cNvSpPr>
            <a:spLocks noGrp="1"/>
          </p:cNvSpPr>
          <p:nvPr>
            <p:ph type="subTitle"/>
          </p:nvPr>
        </p:nvSpPr>
        <p:spPr/>
        <p:txBody>
          <a:bodyPr/>
          <a:lstStyle/>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latin typeface="Calibri" panose="020F0502020204030204" pitchFamily="34" charset="0"/>
              <a:cs typeface="Calibri" panose="020F0502020204030204" pitchFamily="34" charset="0"/>
            </a:endParaRPr>
          </a:p>
          <a:p>
            <a:endParaRPr lang="en-US" sz="3200">
              <a:latin typeface="Calibri" panose="020F0502020204030204" pitchFamily="34" charset="0"/>
              <a:cs typeface="Calibri" panose="020F0502020204030204" pitchFamily="34" charset="0"/>
            </a:endParaRPr>
          </a:p>
          <a:p>
            <a:endParaRPr lang="en-US" sz="3200">
              <a:latin typeface="Calibri" panose="020F0502020204030204" pitchFamily="34" charset="0"/>
              <a:cs typeface="Calibri" panose="020F0502020204030204" pitchFamily="34" charset="0"/>
            </a:endParaRPr>
          </a:p>
          <a:p>
            <a:endParaRPr lang="en-US" sz="3200">
              <a:latin typeface="Calibri" panose="020F0502020204030204" pitchFamily="34" charset="0"/>
              <a:cs typeface="Calibri" panose="020F0502020204030204" pitchFamily="34" charset="0"/>
            </a:endParaRPr>
          </a:p>
          <a:p>
            <a:r>
              <a:rPr lang="en-US" sz="3200">
                <a:latin typeface="Calibri" panose="020F0502020204030204" pitchFamily="34" charset="0"/>
                <a:cs typeface="Calibri" panose="020F0502020204030204" pitchFamily="34" charset="0"/>
              </a:rPr>
              <a:t>           ALTER TABLE Persons</a:t>
            </a:r>
          </a:p>
          <a:p>
            <a:r>
              <a:rPr lang="en-US" sz="3200">
                <a:latin typeface="Calibri" panose="020F0502020204030204" pitchFamily="34" charset="0"/>
                <a:cs typeface="Calibri" panose="020F0502020204030204" pitchFamily="34" charset="0"/>
              </a:rPr>
              <a:t>	ADD CONSTRAINT </a:t>
            </a:r>
            <a:r>
              <a:rPr lang="en-US" sz="3200" err="1">
                <a:latin typeface="Calibri" panose="020F0502020204030204" pitchFamily="34" charset="0"/>
                <a:cs typeface="Calibri" panose="020F0502020204030204" pitchFamily="34" charset="0"/>
              </a:rPr>
              <a:t>CHK_PersonAge</a:t>
            </a:r>
            <a:r>
              <a:rPr lang="en-US" sz="3200">
                <a:latin typeface="Calibri" panose="020F0502020204030204" pitchFamily="34" charset="0"/>
                <a:cs typeface="Calibri" panose="020F0502020204030204" pitchFamily="34" charset="0"/>
              </a:rPr>
              <a:t> CHECK </a:t>
            </a:r>
          </a:p>
          <a:p>
            <a:r>
              <a:rPr lang="en-US" sz="3200">
                <a:latin typeface="Calibri" panose="020F0502020204030204" pitchFamily="34" charset="0"/>
                <a:cs typeface="Calibri" panose="020F0502020204030204" pitchFamily="34" charset="0"/>
              </a:rPr>
              <a:t>           (Age&gt;=18 AND City=‘Mumbai');</a:t>
            </a:r>
          </a:p>
          <a:p>
            <a:br>
              <a:rPr lang="en-US" sz="3200">
                <a:latin typeface="Calibri" panose="020F0502020204030204" pitchFamily="34" charset="0"/>
                <a:cs typeface="Calibri" panose="020F0502020204030204" pitchFamily="34" charset="0"/>
              </a:rPr>
            </a:br>
            <a:endParaRPr lang="en-US" sz="320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ustomShape 1"/>
          <p:cNvSpPr/>
          <p:nvPr/>
        </p:nvSpPr>
        <p:spPr>
          <a:xfrm>
            <a:off x="504000" y="301320"/>
            <a:ext cx="9070560" cy="1261800"/>
          </a:xfrm>
          <a:prstGeom prst="rect">
            <a:avLst/>
          </a:prstGeom>
          <a:noFill/>
          <a:ln>
            <a:noFill/>
          </a:ln>
        </p:spPr>
      </p:sp>
      <p:sp>
        <p:nvSpPr>
          <p:cNvPr id="176"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600" b="1"/>
              <a:t>DROP a CHECK Constraint</a:t>
            </a:r>
            <a:br>
              <a:rPr lang="en-US"/>
            </a:br>
            <a:endParaRPr lang="en-US"/>
          </a:p>
        </p:txBody>
      </p:sp>
      <p:sp>
        <p:nvSpPr>
          <p:cNvPr id="3" name="Subtitle 2"/>
          <p:cNvSpPr>
            <a:spLocks noGrp="1"/>
          </p:cNvSpPr>
          <p:nvPr>
            <p:ph type="subTitle"/>
          </p:nvPr>
        </p:nvSpPr>
        <p:spPr/>
        <p:txBody>
          <a:bodyPr/>
          <a:lstStyle/>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r>
              <a:rPr lang="en-US" sz="3200">
                <a:latin typeface="Calibri" panose="020F0502020204030204" pitchFamily="34" charset="0"/>
                <a:cs typeface="Calibri" panose="020F0502020204030204" pitchFamily="34" charset="0"/>
              </a:rPr>
              <a:t>To drop a CHECK constraint, use the SQL</a:t>
            </a:r>
          </a:p>
          <a:p>
            <a:endParaRPr lang="en-US" sz="3200">
              <a:latin typeface="Calibri" panose="020F0502020204030204" pitchFamily="34" charset="0"/>
              <a:cs typeface="Calibri" panose="020F0502020204030204" pitchFamily="34" charset="0"/>
            </a:endParaRPr>
          </a:p>
          <a:p>
            <a:r>
              <a:rPr lang="en-US" sz="3200">
                <a:latin typeface="Calibri" panose="020F0502020204030204" pitchFamily="34" charset="0"/>
                <a:cs typeface="Calibri" panose="020F0502020204030204" pitchFamily="34" charset="0"/>
              </a:rPr>
              <a:t>		ALTER TABLE Persons</a:t>
            </a:r>
          </a:p>
          <a:p>
            <a:r>
              <a:rPr lang="en-US" sz="3200">
                <a:latin typeface="Calibri" panose="020F0502020204030204" pitchFamily="34" charset="0"/>
                <a:cs typeface="Calibri" panose="020F0502020204030204" pitchFamily="34" charset="0"/>
              </a:rPr>
              <a:t>		DROP CHECK </a:t>
            </a:r>
            <a:r>
              <a:rPr lang="en-US" sz="3200" err="1">
                <a:latin typeface="Calibri" panose="020F0502020204030204" pitchFamily="34" charset="0"/>
                <a:cs typeface="Calibri" panose="020F0502020204030204" pitchFamily="34" charset="0"/>
              </a:rPr>
              <a:t>CHK_PersonAge</a:t>
            </a:r>
            <a:r>
              <a:rPr lang="en-US" sz="3200"/>
              <a:t>;</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CustomShape 2"/>
          <p:cNvSpPr/>
          <p:nvPr/>
        </p:nvSpPr>
        <p:spPr>
          <a:xfrm>
            <a:off x="504000" y="1768680"/>
            <a:ext cx="9071640" cy="4383720"/>
          </a:xfrm>
          <a:prstGeom prst="rect">
            <a:avLst/>
          </a:prstGeom>
          <a:noFill/>
          <a:ln>
            <a:noFill/>
          </a:ln>
        </p:spPr>
      </p:sp>
      <p:sp>
        <p:nvSpPr>
          <p:cNvPr id="3" name="Subtitle 2"/>
          <p:cNvSpPr>
            <a:spLocks noGrp="1"/>
          </p:cNvSpPr>
          <p:nvPr>
            <p:ph type="subTitle"/>
          </p:nvPr>
        </p:nvSpPr>
        <p:spPr>
          <a:xfrm>
            <a:off x="504000" y="301319"/>
            <a:ext cx="9070560" cy="6755117"/>
          </a:xfrm>
        </p:spPr>
        <p:txBody>
          <a:bodyPr/>
          <a:lstStyle/>
          <a:p>
            <a:pPr algn="l"/>
            <a:r>
              <a:rPr lang="en-US" sz="3600" b="1">
                <a:latin typeface="Calibri" panose="020F0502020204030204" pitchFamily="34" charset="0"/>
                <a:cs typeface="Calibri" panose="020F0502020204030204" pitchFamily="34" charset="0"/>
              </a:rPr>
              <a:t>SQL DEFAULT Constraint</a:t>
            </a:r>
          </a:p>
          <a:p>
            <a:pPr algn="l"/>
            <a:endParaRPr lang="en-US" sz="3600" b="1">
              <a:latin typeface="Calibri" panose="020F0502020204030204" pitchFamily="34" charset="0"/>
              <a:cs typeface="Calibri" panose="020F0502020204030204" pitchFamily="34" charset="0"/>
            </a:endParaRPr>
          </a:p>
          <a:p>
            <a:pPr algn="l"/>
            <a:r>
              <a:rPr lang="en-US" sz="2800">
                <a:latin typeface="Calibri" panose="020F0502020204030204" pitchFamily="34" charset="0"/>
                <a:cs typeface="Calibri" panose="020F0502020204030204" pitchFamily="34" charset="0"/>
              </a:rPr>
              <a:t>The DEFAULT constraint is used to provide </a:t>
            </a:r>
            <a:r>
              <a:rPr lang="en-US" sz="2800"/>
              <a:t>a default value for a column.</a:t>
            </a:r>
          </a:p>
          <a:p>
            <a:pPr algn="l"/>
            <a:endParaRPr lang="en-US" sz="2800"/>
          </a:p>
          <a:p>
            <a:r>
              <a:rPr lang="en-US" sz="2800"/>
              <a:t>The default value will be added to all new records IF no other value is specified.</a:t>
            </a:r>
          </a:p>
          <a:p>
            <a:endParaRPr lang="en-US" sz="2800"/>
          </a:p>
          <a:p>
            <a:r>
              <a:rPr lang="en-US" sz="2800"/>
              <a:t>SQL DEFAULT on CREATE TABLE</a:t>
            </a:r>
          </a:p>
          <a:p>
            <a:r>
              <a:rPr lang="en-US" sz="2800"/>
              <a:t>Sets a DEFAULT value for the "City" column when the "Persons" table is created.</a:t>
            </a:r>
          </a:p>
          <a:p>
            <a:endParaRPr lang="en-US" sz="2800"/>
          </a:p>
          <a:p>
            <a:r>
              <a:rPr lang="en-US" sz="2800"/>
              <a:t> </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CustomShape 2"/>
          <p:cNvSpPr/>
          <p:nvPr/>
        </p:nvSpPr>
        <p:spPr>
          <a:xfrm>
            <a:off x="504000" y="1768680"/>
            <a:ext cx="9071640" cy="4383720"/>
          </a:xfrm>
          <a:prstGeom prst="rect">
            <a:avLst/>
          </a:prstGeom>
          <a:noFill/>
          <a:ln>
            <a:noFill/>
          </a:ln>
        </p:spPr>
      </p:sp>
      <p:sp>
        <p:nvSpPr>
          <p:cNvPr id="3" name="Subtitle 2"/>
          <p:cNvSpPr>
            <a:spLocks noGrp="1"/>
          </p:cNvSpPr>
          <p:nvPr>
            <p:ph type="subTitle"/>
          </p:nvPr>
        </p:nvSpPr>
        <p:spPr>
          <a:xfrm>
            <a:off x="504000" y="301319"/>
            <a:ext cx="9070560" cy="7258355"/>
          </a:xfrm>
        </p:spPr>
        <p:txBody>
          <a:bodyPr/>
          <a:lstStyle/>
          <a:p>
            <a:pPr algn="ctr"/>
            <a:endParaRPr lang="en-US" sz="2800" b="1"/>
          </a:p>
          <a:p>
            <a:pPr algn="l"/>
            <a:r>
              <a:rPr lang="en-US" sz="3600" b="1">
                <a:latin typeface="Calibri" panose="020F0502020204030204" pitchFamily="34" charset="0"/>
                <a:cs typeface="Calibri" panose="020F0502020204030204" pitchFamily="34" charset="0"/>
              </a:rPr>
              <a:t>SQL DEFAULT Constraint</a:t>
            </a:r>
          </a:p>
          <a:p>
            <a:endParaRPr lang="en-US" sz="2800"/>
          </a:p>
          <a:p>
            <a:r>
              <a:rPr lang="en-US" sz="2800"/>
              <a:t> CREATE TABLE Persons (</a:t>
            </a:r>
            <a:br>
              <a:rPr lang="en-US" sz="2800"/>
            </a:br>
            <a:r>
              <a:rPr lang="en-US" sz="2800"/>
              <a:t>    ID </a:t>
            </a:r>
            <a:r>
              <a:rPr lang="en-US" sz="2800" err="1"/>
              <a:t>int</a:t>
            </a:r>
            <a:r>
              <a:rPr lang="en-US" sz="2800"/>
              <a:t> NOT NULL,</a:t>
            </a:r>
            <a:br>
              <a:rPr lang="en-US" sz="2800"/>
            </a:br>
            <a:r>
              <a:rPr lang="en-US" sz="2800"/>
              <a:t>    </a:t>
            </a:r>
            <a:r>
              <a:rPr lang="en-US" sz="2800" err="1"/>
              <a:t>LastName</a:t>
            </a:r>
            <a:r>
              <a:rPr lang="en-US" sz="2800"/>
              <a:t> varchar(255) NOT NULL,</a:t>
            </a:r>
            <a:br>
              <a:rPr lang="en-US" sz="2800"/>
            </a:br>
            <a:r>
              <a:rPr lang="en-US" sz="2800"/>
              <a:t>    </a:t>
            </a:r>
            <a:r>
              <a:rPr lang="en-US" sz="2800" err="1"/>
              <a:t>FirstName</a:t>
            </a:r>
            <a:r>
              <a:rPr lang="en-US" sz="2800"/>
              <a:t> varchar(255),</a:t>
            </a:r>
            <a:br>
              <a:rPr lang="en-US" sz="2800"/>
            </a:br>
            <a:r>
              <a:rPr lang="en-US" sz="2800"/>
              <a:t>    Age </a:t>
            </a:r>
            <a:r>
              <a:rPr lang="en-US" sz="2800" err="1"/>
              <a:t>int</a:t>
            </a:r>
            <a:r>
              <a:rPr lang="en-US" sz="2800"/>
              <a:t>,</a:t>
            </a:r>
            <a:br>
              <a:rPr lang="en-US" sz="2800"/>
            </a:br>
            <a:r>
              <a:rPr lang="en-US" sz="2800"/>
              <a:t>    City varchar(255) DEFAULT ‘Mumbai'</a:t>
            </a:r>
            <a:br>
              <a:rPr lang="en-US" sz="2800"/>
            </a:br>
            <a:r>
              <a:rPr lang="en-US" sz="2800"/>
              <a:t>);</a:t>
            </a:r>
          </a:p>
        </p:txBody>
      </p:sp>
    </p:spTree>
    <p:extLst>
      <p:ext uri="{BB962C8B-B14F-4D97-AF65-F5344CB8AC3E}">
        <p14:creationId xmlns:p14="http://schemas.microsoft.com/office/powerpoint/2010/main" val="418303222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CustomShape 2"/>
          <p:cNvSpPr/>
          <p:nvPr/>
        </p:nvSpPr>
        <p:spPr>
          <a:xfrm>
            <a:off x="504000" y="1768680"/>
            <a:ext cx="9071640" cy="4383720"/>
          </a:xfrm>
          <a:prstGeom prst="rect">
            <a:avLst/>
          </a:prstGeom>
          <a:noFill/>
          <a:ln>
            <a:noFill/>
          </a:ln>
        </p:spPr>
      </p:sp>
      <p:sp>
        <p:nvSpPr>
          <p:cNvPr id="3" name="Subtitle 2"/>
          <p:cNvSpPr>
            <a:spLocks noGrp="1"/>
          </p:cNvSpPr>
          <p:nvPr>
            <p:ph type="subTitle"/>
          </p:nvPr>
        </p:nvSpPr>
        <p:spPr/>
        <p:txBody>
          <a:bodyPr/>
          <a:lstStyle/>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r>
              <a:rPr lang="en-US" sz="2800">
                <a:latin typeface="Calibri" panose="020F0502020204030204" pitchFamily="34" charset="0"/>
                <a:cs typeface="Calibri" panose="020F0502020204030204" pitchFamily="34" charset="0"/>
              </a:rPr>
              <a:t>The DEFAULT constraint can also be used to insert system values, by using functions like GETDATE():</a:t>
            </a:r>
          </a:p>
          <a:p>
            <a:r>
              <a:rPr lang="en-US" sz="2800">
                <a:latin typeface="Calibri" panose="020F0502020204030204" pitchFamily="34" charset="0"/>
                <a:cs typeface="Calibri" panose="020F0502020204030204" pitchFamily="34" charset="0"/>
              </a:rPr>
              <a:t>CREATE TABLE Orders (</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    ID </a:t>
            </a:r>
            <a:r>
              <a:rPr lang="en-US" sz="2800" err="1">
                <a:latin typeface="Calibri" panose="020F0502020204030204" pitchFamily="34" charset="0"/>
                <a:cs typeface="Calibri" panose="020F0502020204030204" pitchFamily="34" charset="0"/>
              </a:rPr>
              <a:t>int</a:t>
            </a:r>
            <a:r>
              <a:rPr lang="en-US" sz="2800">
                <a:latin typeface="Calibri" panose="020F0502020204030204" pitchFamily="34" charset="0"/>
                <a:cs typeface="Calibri" panose="020F0502020204030204" pitchFamily="34" charset="0"/>
              </a:rPr>
              <a:t> NOT NULL,</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    </a:t>
            </a:r>
            <a:r>
              <a:rPr lang="en-US" sz="2800" err="1">
                <a:latin typeface="Calibri" panose="020F0502020204030204" pitchFamily="34" charset="0"/>
                <a:cs typeface="Calibri" panose="020F0502020204030204" pitchFamily="34" charset="0"/>
              </a:rPr>
              <a:t>OrderNumber</a:t>
            </a:r>
            <a:r>
              <a:rPr lang="en-US" sz="2800">
                <a:latin typeface="Calibri" panose="020F0502020204030204" pitchFamily="34" charset="0"/>
                <a:cs typeface="Calibri" panose="020F0502020204030204" pitchFamily="34" charset="0"/>
              </a:rPr>
              <a:t> </a:t>
            </a:r>
            <a:r>
              <a:rPr lang="en-US" sz="2800" err="1">
                <a:latin typeface="Calibri" panose="020F0502020204030204" pitchFamily="34" charset="0"/>
                <a:cs typeface="Calibri" panose="020F0502020204030204" pitchFamily="34" charset="0"/>
              </a:rPr>
              <a:t>int</a:t>
            </a:r>
            <a:r>
              <a:rPr lang="en-US" sz="2800">
                <a:latin typeface="Calibri" panose="020F0502020204030204" pitchFamily="34" charset="0"/>
                <a:cs typeface="Calibri" panose="020F0502020204030204" pitchFamily="34" charset="0"/>
              </a:rPr>
              <a:t> NOT NULL,</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    </a:t>
            </a:r>
            <a:r>
              <a:rPr lang="en-US" sz="2800" err="1">
                <a:latin typeface="Calibri" panose="020F0502020204030204" pitchFamily="34" charset="0"/>
                <a:cs typeface="Calibri" panose="020F0502020204030204" pitchFamily="34" charset="0"/>
              </a:rPr>
              <a:t>OrderDate</a:t>
            </a:r>
            <a:r>
              <a:rPr lang="en-US" sz="2800">
                <a:latin typeface="Calibri" panose="020F0502020204030204" pitchFamily="34" charset="0"/>
                <a:cs typeface="Calibri" panose="020F0502020204030204" pitchFamily="34" charset="0"/>
              </a:rPr>
              <a:t> date DEFAULT GETDATE()</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a:t>
            </a:r>
          </a:p>
          <a:p>
            <a:r>
              <a:rPr lang="en-US" sz="2800">
                <a:latin typeface="Calibri" panose="020F0502020204030204" pitchFamily="34" charset="0"/>
                <a:cs typeface="Calibri" panose="020F0502020204030204" pitchFamily="34" charset="0"/>
              </a:rPr>
              <a:t>SQL DEFAULT on ALTER TABLE</a:t>
            </a:r>
          </a:p>
          <a:p>
            <a:r>
              <a:rPr lang="en-US" sz="2800">
                <a:latin typeface="Calibri" panose="020F0502020204030204" pitchFamily="34" charset="0"/>
                <a:cs typeface="Calibri" panose="020F0502020204030204" pitchFamily="34" charset="0"/>
              </a:rPr>
              <a:t>To create a DEFAULT constraint on the "City" column when the table is already created, use the following SQL:</a:t>
            </a:r>
          </a:p>
          <a:p>
            <a:r>
              <a:rPr lang="en-US" sz="2800">
                <a:latin typeface="Calibri" panose="020F0502020204030204" pitchFamily="34" charset="0"/>
                <a:cs typeface="Calibri" panose="020F0502020204030204" pitchFamily="34" charset="0"/>
              </a:rPr>
              <a:t>ALTER TABLE Persons</a:t>
            </a:r>
            <a:br>
              <a:rPr lang="en-US" sz="2800">
                <a:latin typeface="Calibri" panose="020F0502020204030204" pitchFamily="34" charset="0"/>
                <a:cs typeface="Calibri" panose="020F0502020204030204" pitchFamily="34" charset="0"/>
              </a:rPr>
            </a:br>
            <a:r>
              <a:rPr lang="en-US" sz="2800">
                <a:latin typeface="Calibri" panose="020F0502020204030204" pitchFamily="34" charset="0"/>
                <a:cs typeface="Calibri" panose="020F0502020204030204" pitchFamily="34" charset="0"/>
              </a:rPr>
              <a:t>ALTER City SET DEFAULT ‘Mumbai</a:t>
            </a:r>
            <a:r>
              <a:rPr lang="en-US" sz="2800"/>
              <a:t>';</a:t>
            </a:r>
          </a:p>
          <a:p>
            <a:endParaRPr lang="en-US" sz="2800"/>
          </a:p>
        </p:txBody>
      </p:sp>
    </p:spTree>
    <p:extLst>
      <p:ext uri="{BB962C8B-B14F-4D97-AF65-F5344CB8AC3E}">
        <p14:creationId xmlns:p14="http://schemas.microsoft.com/office/powerpoint/2010/main" val="22861158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CustomShape 1"/>
          <p:cNvSpPr/>
          <p:nvPr/>
        </p:nvSpPr>
        <p:spPr>
          <a:xfrm>
            <a:off x="504000" y="301320"/>
            <a:ext cx="9070560" cy="1261800"/>
          </a:xfrm>
          <a:prstGeom prst="rect">
            <a:avLst/>
          </a:prstGeom>
          <a:noFill/>
          <a:ln>
            <a:noFill/>
          </a:ln>
        </p:spPr>
      </p:sp>
      <p:sp>
        <p:nvSpPr>
          <p:cNvPr id="180"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600" b="1"/>
              <a:t>DROP a DEFAULT Constraint</a:t>
            </a:r>
            <a:br>
              <a:rPr lang="en-US"/>
            </a:br>
            <a:endParaRPr lang="en-US"/>
          </a:p>
        </p:txBody>
      </p:sp>
      <p:sp>
        <p:nvSpPr>
          <p:cNvPr id="3" name="Subtitle 2"/>
          <p:cNvSpPr>
            <a:spLocks noGrp="1"/>
          </p:cNvSpPr>
          <p:nvPr>
            <p:ph type="subTitle"/>
          </p:nvPr>
        </p:nvSpPr>
        <p:spPr/>
        <p:txBody>
          <a:bodyPr/>
          <a:lstStyle/>
          <a:p>
            <a:endParaRPr lang="en-US" sz="3200"/>
          </a:p>
          <a:p>
            <a:endParaRPr lang="en-US" sz="3200"/>
          </a:p>
          <a:p>
            <a:endParaRPr lang="en-US" sz="3200"/>
          </a:p>
          <a:p>
            <a:endParaRPr lang="en-US" sz="3200"/>
          </a:p>
          <a:p>
            <a:endParaRPr lang="en-US" sz="3200"/>
          </a:p>
          <a:p>
            <a:endParaRPr lang="en-US" sz="3200"/>
          </a:p>
          <a:p>
            <a:endParaRPr lang="en-US" sz="3200"/>
          </a:p>
          <a:p>
            <a:endParaRPr lang="en-US" sz="3200"/>
          </a:p>
          <a:p>
            <a:endParaRPr lang="en-US" sz="3200"/>
          </a:p>
          <a:p>
            <a:pPr algn="l"/>
            <a:endParaRPr lang="en-US" sz="3200"/>
          </a:p>
          <a:p>
            <a:endParaRPr lang="en-US" sz="3200"/>
          </a:p>
          <a:p>
            <a:endParaRPr lang="en-US" sz="3200"/>
          </a:p>
          <a:p>
            <a:endParaRPr lang="en-US" sz="3200"/>
          </a:p>
          <a:p>
            <a:r>
              <a:rPr lang="en-US" sz="3200">
                <a:latin typeface="Calibri" panose="020F0502020204030204" pitchFamily="34" charset="0"/>
                <a:cs typeface="Calibri" panose="020F0502020204030204" pitchFamily="34" charset="0"/>
              </a:rPr>
              <a:t>To drop a DEFAULT constraint, use the following SQL</a:t>
            </a:r>
          </a:p>
          <a:p>
            <a:endParaRPr lang="en-US" sz="3200">
              <a:latin typeface="Calibri" panose="020F0502020204030204" pitchFamily="34" charset="0"/>
              <a:cs typeface="Calibri" panose="020F0502020204030204" pitchFamily="34" charset="0"/>
            </a:endParaRPr>
          </a:p>
          <a:p>
            <a:endParaRPr lang="en-US" sz="3200">
              <a:latin typeface="Calibri" panose="020F0502020204030204" pitchFamily="34" charset="0"/>
              <a:cs typeface="Calibri" panose="020F0502020204030204" pitchFamily="34" charset="0"/>
            </a:endParaRPr>
          </a:p>
          <a:p>
            <a:r>
              <a:rPr lang="en-US" sz="3200">
                <a:latin typeface="Calibri" panose="020F0502020204030204" pitchFamily="34" charset="0"/>
                <a:cs typeface="Calibri" panose="020F0502020204030204" pitchFamily="34" charset="0"/>
              </a:rPr>
              <a:t>ALTER TABLE Persons</a:t>
            </a:r>
          </a:p>
          <a:p>
            <a:br>
              <a:rPr lang="en-US" sz="3200">
                <a:latin typeface="Calibri" panose="020F0502020204030204" pitchFamily="34" charset="0"/>
                <a:cs typeface="Calibri" panose="020F0502020204030204" pitchFamily="34" charset="0"/>
              </a:rPr>
            </a:br>
            <a:r>
              <a:rPr lang="en-US" sz="3200">
                <a:latin typeface="Calibri" panose="020F0502020204030204" pitchFamily="34" charset="0"/>
                <a:cs typeface="Calibri" panose="020F0502020204030204" pitchFamily="34" charset="0"/>
              </a:rPr>
              <a:t>ALTER City DROP DEFAULT</a:t>
            </a:r>
            <a:r>
              <a:rPr lang="en-US" sz="3200"/>
              <a:t>;</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CustomShape 1"/>
          <p:cNvSpPr/>
          <p:nvPr/>
        </p:nvSpPr>
        <p:spPr>
          <a:xfrm>
            <a:off x="504000" y="301320"/>
            <a:ext cx="9070560" cy="1261800"/>
          </a:xfrm>
          <a:prstGeom prst="rect">
            <a:avLst/>
          </a:prstGeom>
          <a:noFill/>
          <a:ln>
            <a:noFill/>
          </a:ln>
        </p:spPr>
      </p:sp>
      <p:sp>
        <p:nvSpPr>
          <p:cNvPr id="178" name="CustomShape 2"/>
          <p:cNvSpPr/>
          <p:nvPr/>
        </p:nvSpPr>
        <p:spPr>
          <a:xfrm>
            <a:off x="504000" y="1768680"/>
            <a:ext cx="9071640" cy="4383720"/>
          </a:xfrm>
          <a:prstGeom prst="rect">
            <a:avLst/>
          </a:prstGeom>
          <a:noFill/>
          <a:ln>
            <a:noFill/>
          </a:ln>
        </p:spPr>
      </p:sp>
      <p:sp>
        <p:nvSpPr>
          <p:cNvPr id="5" name="Subtitle 4"/>
          <p:cNvSpPr>
            <a:spLocks noGrp="1"/>
          </p:cNvSpPr>
          <p:nvPr>
            <p:ph type="subTitle"/>
          </p:nvPr>
        </p:nvSpPr>
        <p:spPr/>
        <p:txBody>
          <a:bodyPr/>
          <a:lstStyle/>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r>
              <a:rPr lang="en-US" sz="2800">
                <a:latin typeface="Calibri" panose="020F0502020204030204" pitchFamily="34" charset="0"/>
                <a:cs typeface="Calibri" panose="020F0502020204030204" pitchFamily="34" charset="0"/>
              </a:rPr>
              <a:t>The CREATE INDEX statement is used to create indexes in tables.</a:t>
            </a:r>
          </a:p>
          <a:p>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Indexes are used to retrieve data from the database very fast. </a:t>
            </a:r>
          </a:p>
          <a:p>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The users cannot see the indexes, they are just used to speed up searches/queries.</a:t>
            </a:r>
          </a:p>
          <a:p>
            <a:endParaRPr lang="en-US" sz="2800">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p:txBody>
          <a:bodyPr/>
          <a:lstStyle/>
          <a:p>
            <a:pPr algn="l"/>
            <a:r>
              <a:rPr lang="en-US" sz="3600" b="1">
                <a:latin typeface="Calibri" panose="020F0502020204030204" pitchFamily="34" charset="0"/>
                <a:cs typeface="Calibri" panose="020F0502020204030204" pitchFamily="34" charset="0"/>
              </a:rPr>
              <a:t>SQL CREATE INDEX Statement</a:t>
            </a:r>
            <a:br>
              <a:rPr lang="en-US" sz="3600">
                <a:latin typeface="Calibri" panose="020F0502020204030204" pitchFamily="34" charset="0"/>
                <a:cs typeface="Calibri" panose="020F0502020204030204" pitchFamily="34" charset="0"/>
              </a:rPr>
            </a:br>
            <a:endParaRPr lang="en-US" sz="36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5938360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CustomShape 1"/>
          <p:cNvSpPr/>
          <p:nvPr/>
        </p:nvSpPr>
        <p:spPr>
          <a:xfrm>
            <a:off x="504000" y="301320"/>
            <a:ext cx="9070560" cy="1261800"/>
          </a:xfrm>
          <a:prstGeom prst="rect">
            <a:avLst/>
          </a:prstGeom>
          <a:noFill/>
          <a:ln>
            <a:noFill/>
          </a:ln>
        </p:spPr>
      </p:sp>
      <p:sp>
        <p:nvSpPr>
          <p:cNvPr id="182"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200" b="1"/>
              <a:t>The SQL INSERT INTO Statement</a:t>
            </a:r>
            <a:br>
              <a:rPr lang="en-US"/>
            </a:br>
            <a:endParaRPr lang="en-US"/>
          </a:p>
        </p:txBody>
      </p:sp>
      <p:sp>
        <p:nvSpPr>
          <p:cNvPr id="3" name="Subtitle 2"/>
          <p:cNvSpPr>
            <a:spLocks noGrp="1"/>
          </p:cNvSpPr>
          <p:nvPr>
            <p:ph type="subTitle"/>
          </p:nvPr>
        </p:nvSpPr>
        <p:spPr/>
        <p:txBody>
          <a:bodyPr/>
          <a:lstStyle/>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pPr algn="l"/>
            <a:endParaRPr lang="en-US" sz="2800"/>
          </a:p>
          <a:p>
            <a:endParaRPr lang="en-US" sz="2800"/>
          </a:p>
          <a:p>
            <a:endParaRPr lang="en-US" sz="2800"/>
          </a:p>
          <a:p>
            <a:endParaRPr lang="en-US" sz="2800"/>
          </a:p>
          <a:p>
            <a:r>
              <a:rPr lang="en-US" sz="2800">
                <a:latin typeface="Calibri" panose="020F0502020204030204" pitchFamily="34" charset="0"/>
                <a:cs typeface="Calibri" panose="020F0502020204030204" pitchFamily="34" charset="0"/>
              </a:rPr>
              <a:t>The INSERT INTO statement is used to insert new records in a table.</a:t>
            </a:r>
          </a:p>
          <a:p>
            <a:r>
              <a:rPr lang="en-US" sz="2800">
                <a:latin typeface="Calibri" panose="020F0502020204030204" pitchFamily="34" charset="0"/>
                <a:cs typeface="Calibri" panose="020F0502020204030204" pitchFamily="34" charset="0"/>
              </a:rPr>
              <a:t>Syntax</a:t>
            </a:r>
          </a:p>
          <a:p>
            <a:r>
              <a:rPr lang="en-US" sz="2800">
                <a:latin typeface="Calibri" panose="020F0502020204030204" pitchFamily="34" charset="0"/>
                <a:cs typeface="Calibri" panose="020F0502020204030204" pitchFamily="34" charset="0"/>
              </a:rPr>
              <a:t>It is possible to write the INSERT INTO statement in two ways.</a:t>
            </a:r>
          </a:p>
          <a:p>
            <a:r>
              <a:rPr lang="en-US" sz="2800">
                <a:latin typeface="Calibri" panose="020F0502020204030204" pitchFamily="34" charset="0"/>
                <a:cs typeface="Calibri" panose="020F0502020204030204" pitchFamily="34" charset="0"/>
              </a:rPr>
              <a:t>The first way specifies both the column names and the values to be inserted:</a:t>
            </a:r>
          </a:p>
          <a:p>
            <a:r>
              <a:rPr lang="en-US" sz="2800" b="1">
                <a:latin typeface="Calibri" panose="020F0502020204030204" pitchFamily="34" charset="0"/>
                <a:cs typeface="Calibri" panose="020F0502020204030204" pitchFamily="34" charset="0"/>
              </a:rPr>
              <a:t>INSERT INTO </a:t>
            </a:r>
            <a:r>
              <a:rPr lang="en-US" sz="2800" b="1" i="1" err="1">
                <a:latin typeface="Calibri" panose="020F0502020204030204" pitchFamily="34" charset="0"/>
                <a:cs typeface="Calibri" panose="020F0502020204030204" pitchFamily="34" charset="0"/>
              </a:rPr>
              <a:t>table_name</a:t>
            </a:r>
            <a:r>
              <a:rPr lang="en-US" sz="2800" b="1">
                <a:latin typeface="Calibri" panose="020F0502020204030204" pitchFamily="34" charset="0"/>
                <a:cs typeface="Calibri" panose="020F0502020204030204" pitchFamily="34" charset="0"/>
              </a:rPr>
              <a:t> (</a:t>
            </a:r>
            <a:r>
              <a:rPr lang="en-US" sz="2800" b="1" i="1">
                <a:latin typeface="Calibri" panose="020F0502020204030204" pitchFamily="34" charset="0"/>
                <a:cs typeface="Calibri" panose="020F0502020204030204" pitchFamily="34" charset="0"/>
              </a:rPr>
              <a:t>column1</a:t>
            </a:r>
            <a:r>
              <a:rPr lang="en-US" sz="2800" b="1">
                <a:latin typeface="Calibri" panose="020F0502020204030204" pitchFamily="34" charset="0"/>
                <a:cs typeface="Calibri" panose="020F0502020204030204" pitchFamily="34" charset="0"/>
              </a:rPr>
              <a:t>,</a:t>
            </a:r>
            <a:r>
              <a:rPr lang="en-US" sz="2800" b="1" i="1">
                <a:latin typeface="Calibri" panose="020F0502020204030204" pitchFamily="34" charset="0"/>
                <a:cs typeface="Calibri" panose="020F0502020204030204" pitchFamily="34" charset="0"/>
              </a:rPr>
              <a:t> column2</a:t>
            </a:r>
            <a:r>
              <a:rPr lang="en-US" sz="2800" b="1">
                <a:latin typeface="Calibri" panose="020F0502020204030204" pitchFamily="34" charset="0"/>
                <a:cs typeface="Calibri" panose="020F0502020204030204" pitchFamily="34" charset="0"/>
              </a:rPr>
              <a:t>,</a:t>
            </a:r>
            <a:r>
              <a:rPr lang="en-US" sz="2800" b="1" i="1">
                <a:latin typeface="Calibri" panose="020F0502020204030204" pitchFamily="34" charset="0"/>
                <a:cs typeface="Calibri" panose="020F0502020204030204" pitchFamily="34" charset="0"/>
              </a:rPr>
              <a:t> column3</a:t>
            </a:r>
            <a:r>
              <a:rPr lang="en-US" sz="2800" b="1">
                <a:latin typeface="Calibri" panose="020F0502020204030204" pitchFamily="34" charset="0"/>
                <a:cs typeface="Calibri" panose="020F0502020204030204" pitchFamily="34" charset="0"/>
              </a:rPr>
              <a:t>, ...)</a:t>
            </a:r>
            <a:br>
              <a:rPr lang="en-US" sz="2800" b="1">
                <a:latin typeface="Calibri" panose="020F0502020204030204" pitchFamily="34" charset="0"/>
                <a:cs typeface="Calibri" panose="020F0502020204030204" pitchFamily="34" charset="0"/>
              </a:rPr>
            </a:br>
            <a:r>
              <a:rPr lang="en-US" sz="2800" b="1">
                <a:latin typeface="Calibri" panose="020F0502020204030204" pitchFamily="34" charset="0"/>
                <a:cs typeface="Calibri" panose="020F0502020204030204" pitchFamily="34" charset="0"/>
              </a:rPr>
              <a:t>VALUES (</a:t>
            </a:r>
            <a:r>
              <a:rPr lang="en-US" sz="2800" b="1" i="1">
                <a:latin typeface="Calibri" panose="020F0502020204030204" pitchFamily="34" charset="0"/>
                <a:cs typeface="Calibri" panose="020F0502020204030204" pitchFamily="34" charset="0"/>
              </a:rPr>
              <a:t>value1</a:t>
            </a:r>
            <a:r>
              <a:rPr lang="en-US" sz="2800" b="1">
                <a:latin typeface="Calibri" panose="020F0502020204030204" pitchFamily="34" charset="0"/>
                <a:cs typeface="Calibri" panose="020F0502020204030204" pitchFamily="34" charset="0"/>
              </a:rPr>
              <a:t>,</a:t>
            </a:r>
            <a:r>
              <a:rPr lang="en-US" sz="2800" b="1" i="1">
                <a:latin typeface="Calibri" panose="020F0502020204030204" pitchFamily="34" charset="0"/>
                <a:cs typeface="Calibri" panose="020F0502020204030204" pitchFamily="34" charset="0"/>
              </a:rPr>
              <a:t> value2</a:t>
            </a:r>
            <a:r>
              <a:rPr lang="en-US" sz="2800" b="1">
                <a:latin typeface="Calibri" panose="020F0502020204030204" pitchFamily="34" charset="0"/>
                <a:cs typeface="Calibri" panose="020F0502020204030204" pitchFamily="34" charset="0"/>
              </a:rPr>
              <a:t>,</a:t>
            </a:r>
            <a:r>
              <a:rPr lang="en-US" sz="2800" b="1" i="1">
                <a:latin typeface="Calibri" panose="020F0502020204030204" pitchFamily="34" charset="0"/>
                <a:cs typeface="Calibri" panose="020F0502020204030204" pitchFamily="34" charset="0"/>
              </a:rPr>
              <a:t> value3</a:t>
            </a:r>
            <a:r>
              <a:rPr lang="en-US" sz="2800" b="1">
                <a:latin typeface="Calibri" panose="020F0502020204030204" pitchFamily="34" charset="0"/>
                <a:cs typeface="Calibri" panose="020F0502020204030204" pitchFamily="34" charset="0"/>
              </a:rPr>
              <a:t>, ...);</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CustomShape 1"/>
          <p:cNvSpPr/>
          <p:nvPr/>
        </p:nvSpPr>
        <p:spPr>
          <a:xfrm>
            <a:off x="504000" y="301320"/>
            <a:ext cx="9070560" cy="1261800"/>
          </a:xfrm>
          <a:prstGeom prst="rect">
            <a:avLst/>
          </a:prstGeom>
          <a:noFill/>
          <a:ln>
            <a:noFill/>
          </a:ln>
        </p:spPr>
      </p:sp>
      <p:sp>
        <p:nvSpPr>
          <p:cNvPr id="182" name="CustomShape 2"/>
          <p:cNvSpPr/>
          <p:nvPr/>
        </p:nvSpPr>
        <p:spPr>
          <a:xfrm>
            <a:off x="504000" y="1768680"/>
            <a:ext cx="9071640" cy="4383720"/>
          </a:xfrm>
          <a:prstGeom prst="rect">
            <a:avLst/>
          </a:prstGeom>
          <a:noFill/>
          <a:ln>
            <a:noFill/>
          </a:ln>
        </p:spPr>
      </p:sp>
      <p:sp>
        <p:nvSpPr>
          <p:cNvPr id="2" name="Title 1"/>
          <p:cNvSpPr>
            <a:spLocks noGrp="1"/>
          </p:cNvSpPr>
          <p:nvPr>
            <p:ph type="title"/>
          </p:nvPr>
        </p:nvSpPr>
        <p:spPr/>
        <p:txBody>
          <a:bodyPr/>
          <a:lstStyle/>
          <a:p>
            <a:pPr algn="ctr"/>
            <a:r>
              <a:rPr lang="en-US" sz="3200" b="1"/>
              <a:t>The SQL INSERT INTO Statement</a:t>
            </a:r>
            <a:br>
              <a:rPr lang="en-US"/>
            </a:br>
            <a:endParaRPr lang="en-US"/>
          </a:p>
        </p:txBody>
      </p:sp>
      <p:sp>
        <p:nvSpPr>
          <p:cNvPr id="3" name="Subtitle 2"/>
          <p:cNvSpPr>
            <a:spLocks noGrp="1"/>
          </p:cNvSpPr>
          <p:nvPr>
            <p:ph type="subTitle"/>
          </p:nvPr>
        </p:nvSpPr>
        <p:spPr/>
        <p:txBody>
          <a:bodyPr/>
          <a:lstStyle/>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endParaRPr lang="en-US" sz="2800"/>
          </a:p>
          <a:p>
            <a:r>
              <a:rPr lang="en-US" sz="2800">
                <a:latin typeface="Calibri" panose="020F0502020204030204" pitchFamily="34" charset="0"/>
                <a:cs typeface="Calibri" panose="020F0502020204030204" pitchFamily="34" charset="0"/>
              </a:rPr>
              <a:t>If you are adding values for all the columns of the table, you do not need to specify the column names in the SQL query.</a:t>
            </a:r>
          </a:p>
          <a:p>
            <a:r>
              <a:rPr lang="en-US" sz="2800">
                <a:latin typeface="Calibri" panose="020F0502020204030204" pitchFamily="34" charset="0"/>
                <a:cs typeface="Calibri" panose="020F0502020204030204" pitchFamily="34" charset="0"/>
              </a:rPr>
              <a:t> </a:t>
            </a:r>
          </a:p>
          <a:p>
            <a:r>
              <a:rPr lang="en-US" sz="2800">
                <a:latin typeface="Calibri" panose="020F0502020204030204" pitchFamily="34" charset="0"/>
                <a:cs typeface="Calibri" panose="020F0502020204030204" pitchFamily="34" charset="0"/>
              </a:rPr>
              <a:t>However, make sure the order of the values is in the same order as the columns in the table. </a:t>
            </a:r>
          </a:p>
          <a:p>
            <a:endParaRPr lang="en-US" sz="2800">
              <a:latin typeface="Calibri" panose="020F0502020204030204" pitchFamily="34" charset="0"/>
              <a:cs typeface="Calibri" panose="020F0502020204030204" pitchFamily="34" charset="0"/>
            </a:endParaRPr>
          </a:p>
          <a:p>
            <a:r>
              <a:rPr lang="en-US" sz="2800">
                <a:latin typeface="Calibri" panose="020F0502020204030204" pitchFamily="34" charset="0"/>
                <a:cs typeface="Calibri" panose="020F0502020204030204" pitchFamily="34" charset="0"/>
              </a:rPr>
              <a:t>The INSERT INTO syntax would be as follows:</a:t>
            </a:r>
          </a:p>
          <a:p>
            <a:endParaRPr lang="en-US" sz="2800">
              <a:latin typeface="Calibri" panose="020F0502020204030204" pitchFamily="34" charset="0"/>
              <a:cs typeface="Calibri" panose="020F0502020204030204" pitchFamily="34" charset="0"/>
            </a:endParaRPr>
          </a:p>
          <a:p>
            <a:r>
              <a:rPr lang="en-US" sz="2800" b="1">
                <a:latin typeface="Calibri" panose="020F0502020204030204" pitchFamily="34" charset="0"/>
                <a:cs typeface="Calibri" panose="020F0502020204030204" pitchFamily="34" charset="0"/>
              </a:rPr>
              <a:t>INSERT INTO </a:t>
            </a:r>
            <a:r>
              <a:rPr lang="en-US" sz="2800" b="1" i="1" err="1">
                <a:latin typeface="Calibri" panose="020F0502020204030204" pitchFamily="34" charset="0"/>
                <a:cs typeface="Calibri" panose="020F0502020204030204" pitchFamily="34" charset="0"/>
              </a:rPr>
              <a:t>table_name</a:t>
            </a:r>
            <a:br>
              <a:rPr lang="en-US" sz="2800" b="1">
                <a:latin typeface="Calibri" panose="020F0502020204030204" pitchFamily="34" charset="0"/>
                <a:cs typeface="Calibri" panose="020F0502020204030204" pitchFamily="34" charset="0"/>
              </a:rPr>
            </a:br>
            <a:r>
              <a:rPr lang="en-US" sz="2800" b="1">
                <a:latin typeface="Calibri" panose="020F0502020204030204" pitchFamily="34" charset="0"/>
                <a:cs typeface="Calibri" panose="020F0502020204030204" pitchFamily="34" charset="0"/>
              </a:rPr>
              <a:t>VALUES (</a:t>
            </a:r>
            <a:r>
              <a:rPr lang="en-US" sz="2800" b="1" i="1">
                <a:latin typeface="Calibri" panose="020F0502020204030204" pitchFamily="34" charset="0"/>
                <a:cs typeface="Calibri" panose="020F0502020204030204" pitchFamily="34" charset="0"/>
              </a:rPr>
              <a:t>value1</a:t>
            </a:r>
            <a:r>
              <a:rPr lang="en-US" sz="2800" b="1">
                <a:latin typeface="Calibri" panose="020F0502020204030204" pitchFamily="34" charset="0"/>
                <a:cs typeface="Calibri" panose="020F0502020204030204" pitchFamily="34" charset="0"/>
              </a:rPr>
              <a:t>,</a:t>
            </a:r>
            <a:r>
              <a:rPr lang="en-US" sz="2800" b="1" i="1">
                <a:latin typeface="Calibri" panose="020F0502020204030204" pitchFamily="34" charset="0"/>
                <a:cs typeface="Calibri" panose="020F0502020204030204" pitchFamily="34" charset="0"/>
              </a:rPr>
              <a:t> value2</a:t>
            </a:r>
            <a:r>
              <a:rPr lang="en-US" sz="2800" b="1">
                <a:latin typeface="Calibri" panose="020F0502020204030204" pitchFamily="34" charset="0"/>
                <a:cs typeface="Calibri" panose="020F0502020204030204" pitchFamily="34" charset="0"/>
              </a:rPr>
              <a:t>,</a:t>
            </a:r>
            <a:r>
              <a:rPr lang="en-US" sz="2800" b="1" i="1">
                <a:latin typeface="Calibri" panose="020F0502020204030204" pitchFamily="34" charset="0"/>
                <a:cs typeface="Calibri" panose="020F0502020204030204" pitchFamily="34" charset="0"/>
              </a:rPr>
              <a:t> value3</a:t>
            </a:r>
            <a:r>
              <a:rPr lang="en-US" sz="2800" b="1">
                <a:latin typeface="Calibri" panose="020F0502020204030204" pitchFamily="34" charset="0"/>
                <a:cs typeface="Calibri" panose="020F0502020204030204" pitchFamily="34" charset="0"/>
              </a:rPr>
              <a:t>, ...);</a:t>
            </a:r>
          </a:p>
          <a:p>
            <a:endParaRPr lang="en-US" b="1">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2750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21860917339A24CBF48CA72FD87A938" ma:contentTypeVersion="4" ma:contentTypeDescription="Create a new document." ma:contentTypeScope="" ma:versionID="980b02646fa074ec6df36e14e32d67b1">
  <xsd:schema xmlns:xsd="http://www.w3.org/2001/XMLSchema" xmlns:xs="http://www.w3.org/2001/XMLSchema" xmlns:p="http://schemas.microsoft.com/office/2006/metadata/properties" xmlns:ns2="add626ea-3744-4bc4-9968-be3225425790" xmlns:ns3="be0a9719-4ac4-4ca6-8b98-e7dd01bc4f66" targetNamespace="http://schemas.microsoft.com/office/2006/metadata/properties" ma:root="true" ma:fieldsID="8108df76a192e00ecce4cadae88a104d" ns2:_="" ns3:_="">
    <xsd:import namespace="add626ea-3744-4bc4-9968-be3225425790"/>
    <xsd:import namespace="be0a9719-4ac4-4ca6-8b98-e7dd01bc4f6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d626ea-3744-4bc4-9968-be32254257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e0a9719-4ac4-4ca6-8b98-e7dd01bc4f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92E06F1-0949-41D2-9DE7-4D6708B76DFF}">
  <ds:schemaRefs>
    <ds:schemaRef ds:uri="http://schemas.microsoft.com/sharepoint/v3/contenttype/forms"/>
  </ds:schemaRefs>
</ds:datastoreItem>
</file>

<file path=customXml/itemProps2.xml><?xml version="1.0" encoding="utf-8"?>
<ds:datastoreItem xmlns:ds="http://schemas.openxmlformats.org/officeDocument/2006/customXml" ds:itemID="{DA8BB113-254D-4714-91AC-6357EB84B13D}"/>
</file>

<file path=customXml/itemProps3.xml><?xml version="1.0" encoding="utf-8"?>
<ds:datastoreItem xmlns:ds="http://schemas.openxmlformats.org/officeDocument/2006/customXml" ds:itemID="{8E8AC041-2D14-45CC-AAB2-0A6595FF5DB3}">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56</Slides>
  <Notes>0</Notes>
  <HiddenSlides>0</HiddenSlides>
  <ScaleCrop>false</ScaleCrop>
  <HeadingPairs>
    <vt:vector size="4" baseType="variant">
      <vt:variant>
        <vt:lpstr>Theme</vt:lpstr>
      </vt:variant>
      <vt:variant>
        <vt:i4>3</vt:i4>
      </vt:variant>
      <vt:variant>
        <vt:lpstr>Slide Titles</vt:lpstr>
      </vt:variant>
      <vt:variant>
        <vt:i4>56</vt:i4>
      </vt:variant>
    </vt:vector>
  </HeadingPairs>
  <TitlesOfParts>
    <vt:vector size="59" baseType="lpstr">
      <vt:lpstr>Office Theme</vt:lpstr>
      <vt:lpstr>Office Theme</vt:lpstr>
      <vt:lpstr>Office Theme</vt:lpstr>
      <vt:lpstr>SQL</vt:lpstr>
      <vt:lpstr>SQL</vt:lpstr>
      <vt:lpstr>SQL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SQL NOT NULL Constraint </vt:lpstr>
      <vt:lpstr>SQL NOT NULL Constraint </vt:lpstr>
      <vt:lpstr>SQL UNIQUE Constraint </vt:lpstr>
      <vt:lpstr>PowerPoint Presentation</vt:lpstr>
      <vt:lpstr>To name a UNIQUE constraint, and to define a UNIQUE constraint on multiple columns</vt:lpstr>
      <vt:lpstr>DROP a UNIQUE Constraint </vt:lpstr>
      <vt:lpstr>SQL PRIMARY KEY Constraint </vt:lpstr>
      <vt:lpstr>SQL PRIMARY KEY Constraint </vt:lpstr>
      <vt:lpstr>PowerPoint Presentation</vt:lpstr>
      <vt:lpstr>SQL PRIMARY KEY on ALTER TABLE </vt:lpstr>
      <vt:lpstr>DROP a PRIMARY KEY Constraint </vt:lpstr>
      <vt:lpstr>SQL FOREIGN KEY Constraint </vt:lpstr>
      <vt:lpstr>PowerPoint Presentation</vt:lpstr>
      <vt:lpstr>PowerPoint Presentation</vt:lpstr>
      <vt:lpstr>SQL FOREIGN KEY on CREATE TABLE </vt:lpstr>
      <vt:lpstr>SQL FOREIGN KEY on ALTER TABLE </vt:lpstr>
      <vt:lpstr>DROP a FOREIGN KEY Constraint </vt:lpstr>
      <vt:lpstr>SQL CHECK Constraint </vt:lpstr>
      <vt:lpstr>SQL CHECK Constraint </vt:lpstr>
      <vt:lpstr>SQL CHECK on ALTER TABLE </vt:lpstr>
      <vt:lpstr>To allow naming of a CHECK constraint, and for defining a CHECK constraint on multiple columns </vt:lpstr>
      <vt:lpstr>DROP a CHECK Constraint </vt:lpstr>
      <vt:lpstr>PowerPoint Presentation</vt:lpstr>
      <vt:lpstr>PowerPoint Presentation</vt:lpstr>
      <vt:lpstr>PowerPoint Presentation</vt:lpstr>
      <vt:lpstr>DROP a DEFAULT Constraint </vt:lpstr>
      <vt:lpstr>SQL CREATE INDEX Statement </vt:lpstr>
      <vt:lpstr>The SQL INSERT INTO Statement </vt:lpstr>
      <vt:lpstr>The SQL INSERT INTO Statement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Reshma</dc:creator>
  <cp:lastModifiedBy>MANAV DAVE</cp:lastModifiedBy>
  <cp:revision>4</cp:revision>
  <dcterms:modified xsi:type="dcterms:W3CDTF">2022-11-24T13:36:44Z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0x010100821860917339A24CBF48CA72FD87A938</vt:lpwstr>
  </property>
</Properties>
</file>