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5" r:id="rId7"/>
    <p:sldId id="263" r:id="rId8"/>
    <p:sldId id="264" r:id="rId9"/>
    <p:sldId id="258" r:id="rId10"/>
    <p:sldId id="266" r:id="rId11"/>
    <p:sldId id="259" r:id="rId12"/>
    <p:sldId id="267" r:id="rId13"/>
    <p:sldId id="261" r:id="rId14"/>
    <p:sldId id="269" r:id="rId15"/>
    <p:sldId id="268" r:id="rId16"/>
    <p:sldId id="271" r:id="rId17"/>
    <p:sldId id="260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582ED-1026-4AF2-92AC-40F33B19F8FA}" v="1" dt="2022-11-10T16:11:52.044"/>
    <p1510:client id="{036759AF-0234-4DA9-A13B-F90546F67D28}" v="1" dt="2022-10-15T18:11:32.599"/>
    <p1510:client id="{C6D9AAB0-9CC2-469D-87C7-FDD903A54CEB}" v="2" dt="2022-10-16T12:35:15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ESH AUDICHYA" userId="S::mitesh.audichya215013@tsecedu.org::bbcacb94-7912-4018-9767-3143b8ccab13" providerId="AD" clId="Web-{C6D9AAB0-9CC2-469D-87C7-FDD903A54CEB}"/>
    <pc:docChg chg="sldOrd">
      <pc:chgData name="MITESH AUDICHYA" userId="S::mitesh.audichya215013@tsecedu.org::bbcacb94-7912-4018-9767-3143b8ccab13" providerId="AD" clId="Web-{C6D9AAB0-9CC2-469D-87C7-FDD903A54CEB}" dt="2022-10-16T12:35:15.383" v="1"/>
      <pc:docMkLst>
        <pc:docMk/>
      </pc:docMkLst>
      <pc:sldChg chg="ord">
        <pc:chgData name="MITESH AUDICHYA" userId="S::mitesh.audichya215013@tsecedu.org::bbcacb94-7912-4018-9767-3143b8ccab13" providerId="AD" clId="Web-{C6D9AAB0-9CC2-469D-87C7-FDD903A54CEB}" dt="2022-10-16T12:35:15.383" v="1"/>
        <pc:sldMkLst>
          <pc:docMk/>
          <pc:sldMk cId="658006481" sldId="260"/>
        </pc:sldMkLst>
      </pc:sldChg>
      <pc:sldChg chg="ord">
        <pc:chgData name="MITESH AUDICHYA" userId="S::mitesh.audichya215013@tsecedu.org::bbcacb94-7912-4018-9767-3143b8ccab13" providerId="AD" clId="Web-{C6D9AAB0-9CC2-469D-87C7-FDD903A54CEB}" dt="2022-10-16T12:35:13.524" v="0"/>
        <pc:sldMkLst>
          <pc:docMk/>
          <pc:sldMk cId="3878584811" sldId="272"/>
        </pc:sldMkLst>
      </pc:sldChg>
    </pc:docChg>
  </pc:docChgLst>
  <pc:docChgLst>
    <pc:chgData name="ESHA NEMANI" userId="S::esha.nemani215071@tsecedu.org::2449d16c-4f1e-4c6e-ac9b-865da0d2a917" providerId="AD" clId="Web-{022582ED-1026-4AF2-92AC-40F33B19F8FA}"/>
    <pc:docChg chg="modSld">
      <pc:chgData name="ESHA NEMANI" userId="S::esha.nemani215071@tsecedu.org::2449d16c-4f1e-4c6e-ac9b-865da0d2a917" providerId="AD" clId="Web-{022582ED-1026-4AF2-92AC-40F33B19F8FA}" dt="2022-11-10T16:11:52.044" v="0" actId="1076"/>
      <pc:docMkLst>
        <pc:docMk/>
      </pc:docMkLst>
      <pc:sldChg chg="modSp">
        <pc:chgData name="ESHA NEMANI" userId="S::esha.nemani215071@tsecedu.org::2449d16c-4f1e-4c6e-ac9b-865da0d2a917" providerId="AD" clId="Web-{022582ED-1026-4AF2-92AC-40F33B19F8FA}" dt="2022-11-10T16:11:52.044" v="0" actId="1076"/>
        <pc:sldMkLst>
          <pc:docMk/>
          <pc:sldMk cId="2476110784" sldId="257"/>
        </pc:sldMkLst>
        <pc:picChg chg="mod">
          <ac:chgData name="ESHA NEMANI" userId="S::esha.nemani215071@tsecedu.org::2449d16c-4f1e-4c6e-ac9b-865da0d2a917" providerId="AD" clId="Web-{022582ED-1026-4AF2-92AC-40F33B19F8FA}" dt="2022-11-10T16:11:52.044" v="0" actId="1076"/>
          <ac:picMkLst>
            <pc:docMk/>
            <pc:sldMk cId="2476110784" sldId="257"/>
            <ac:picMk id="5" creationId="{00000000-0000-0000-0000-000000000000}"/>
          </ac:picMkLst>
        </pc:picChg>
      </pc:sldChg>
    </pc:docChg>
  </pc:docChgLst>
  <pc:docChgLst>
    <pc:chgData name="KRISH CHAURASIYA" userId="S::krish.chaurasiya215017@tsecedu.org::39fe52ce-0cb2-4bae-bc18-2eecbed8560e" providerId="AD" clId="Web-{036759AF-0234-4DA9-A13B-F90546F67D28}"/>
    <pc:docChg chg="sldOrd">
      <pc:chgData name="KRISH CHAURASIYA" userId="S::krish.chaurasiya215017@tsecedu.org::39fe52ce-0cb2-4bae-bc18-2eecbed8560e" providerId="AD" clId="Web-{036759AF-0234-4DA9-A13B-F90546F67D28}" dt="2022-10-15T18:11:32.599" v="0"/>
      <pc:docMkLst>
        <pc:docMk/>
      </pc:docMkLst>
      <pc:sldChg chg="ord">
        <pc:chgData name="KRISH CHAURASIYA" userId="S::krish.chaurasiya215017@tsecedu.org::39fe52ce-0cb2-4bae-bc18-2eecbed8560e" providerId="AD" clId="Web-{036759AF-0234-4DA9-A13B-F90546F67D28}" dt="2022-10-15T18:11:32.599" v="0"/>
        <pc:sldMkLst>
          <pc:docMk/>
          <pc:sldMk cId="658006481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56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7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1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24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82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06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8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4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62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30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A5ECC-D057-41BF-82B7-C673F880C06D}" type="datetimeFigureOut">
              <a:rPr lang="en-US" smtClean="0"/>
              <a:t>11/10/2022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0982B-7B06-4445-AAD4-5D795EFE0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95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View in SQL</a:t>
            </a:r>
          </a:p>
        </p:txBody>
      </p:sp>
    </p:spTree>
    <p:extLst>
      <p:ext uri="{BB962C8B-B14F-4D97-AF65-F5344CB8AC3E}">
        <p14:creationId xmlns:p14="http://schemas.microsoft.com/office/powerpoint/2010/main" val="681764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Views (Virtual Tables)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Concept of a view in SQL 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Single table derived from other tables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 Considered to be a virtual table</a:t>
            </a:r>
          </a:p>
        </p:txBody>
      </p:sp>
      <p:pic>
        <p:nvPicPr>
          <p:cNvPr id="5" name="Picture 2" descr="http://www.codeproject.com/KB/database/View/View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546" y="3499757"/>
            <a:ext cx="6983413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6110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VIEW Definition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1"/>
            <a:ext cx="8229599" cy="2285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914400" y="4419600"/>
            <a:ext cx="7696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  <a:tabLst>
                <a:tab pos="3432175" algn="ctr"/>
              </a:tabLst>
              <a:defRPr/>
            </a:pPr>
            <a:r>
              <a:rPr lang="en-IN" sz="3200"/>
              <a:t>View is Virtual relation that does not necessarily actually exist in the database but is produced </a:t>
            </a:r>
            <a:r>
              <a:rPr lang="en-IN" sz="3200" b="1" i="1">
                <a:solidFill>
                  <a:srgbClr val="FF0000"/>
                </a:solidFill>
              </a:rPr>
              <a:t>upon request, at time of request</a:t>
            </a:r>
            <a:r>
              <a:rPr lang="en-IN" b="1" i="1">
                <a:solidFill>
                  <a:srgbClr val="FF0000"/>
                </a:solidFill>
              </a:rPr>
              <a:t>.</a:t>
            </a:r>
            <a:endParaRPr lang="en-US" b="1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701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Views (Virtual Tables) in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A view is a virtual table based on the result-set of an SQL statement.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A view contains rows and columns, just like a real table.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The fields in a view are fields from one or more tables in the database.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User can add SQL functions, WHERE, and JOIN statements to a view and present the data .</a:t>
            </a:r>
          </a:p>
        </p:txBody>
      </p:sp>
    </p:spTree>
    <p:extLst>
      <p:ext uri="{BB962C8B-B14F-4D97-AF65-F5344CB8AC3E}">
        <p14:creationId xmlns:p14="http://schemas.microsoft.com/office/powerpoint/2010/main" val="366048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/>
            </a:br>
            <a:r>
              <a:rPr lang="en-US" b="1"/>
              <a:t>CREATE VIEW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Give Table (View) name,</a:t>
            </a:r>
          </a:p>
          <a:p>
            <a:pPr marL="0" indent="0">
              <a:buNone/>
            </a:pPr>
            <a:r>
              <a:rPr lang="en-US"/>
              <a:t>List of attribute names for the View (table), </a:t>
            </a:r>
          </a:p>
          <a:p>
            <a:pPr marL="0" indent="0">
              <a:buNone/>
            </a:pPr>
            <a:r>
              <a:rPr lang="en-US"/>
              <a:t>and a Query to specify the contents of the View</a:t>
            </a:r>
          </a:p>
        </p:txBody>
      </p:sp>
    </p:spTree>
    <p:extLst>
      <p:ext uri="{BB962C8B-B14F-4D97-AF65-F5344CB8AC3E}">
        <p14:creationId xmlns:p14="http://schemas.microsoft.com/office/powerpoint/2010/main" val="2208154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/>
            </a:br>
            <a:r>
              <a:rPr lang="en-US" b="1"/>
              <a:t>CREATE VIEW Syntax</a:t>
            </a:r>
            <a:br>
              <a:rPr lang="en-US" b="1"/>
            </a:b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CREATE VIEW </a:t>
            </a:r>
            <a:r>
              <a:rPr lang="en-US" err="1"/>
              <a:t>view_name</a:t>
            </a:r>
            <a:r>
              <a:rPr lang="en-US"/>
              <a:t> AS</a:t>
            </a:r>
            <a:br>
              <a:rPr lang="en-US"/>
            </a:br>
            <a:r>
              <a:rPr lang="en-US"/>
              <a:t>SELECT column1, column2, ...</a:t>
            </a:r>
            <a:br>
              <a:rPr lang="en-US"/>
            </a:br>
            <a:r>
              <a:rPr lang="en-US"/>
              <a:t>FROM </a:t>
            </a:r>
            <a:r>
              <a:rPr lang="en-US" err="1"/>
              <a:t>table_name</a:t>
            </a:r>
            <a:br>
              <a:rPr lang="en-US"/>
            </a:br>
            <a:r>
              <a:rPr lang="en-US"/>
              <a:t>WHERE condition;</a:t>
            </a:r>
          </a:p>
        </p:txBody>
      </p:sp>
    </p:spTree>
    <p:extLst>
      <p:ext uri="{BB962C8B-B14F-4D97-AF65-F5344CB8AC3E}">
        <p14:creationId xmlns:p14="http://schemas.microsoft.com/office/powerpoint/2010/main" val="148470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1690984"/>
              </p:ext>
            </p:extLst>
          </p:nvPr>
        </p:nvGraphicFramePr>
        <p:xfrm>
          <a:off x="457200" y="1600200"/>
          <a:ext cx="82296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err="1"/>
                        <a:t>Emp_id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err="1"/>
                        <a:t>Emp_name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err="1"/>
                        <a:t>Dept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Salary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Adams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70000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Johnson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90000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err="1"/>
                        <a:t>Willams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80000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33400" y="838200"/>
            <a:ext cx="815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/>
              <a:t>Consider the EMPLOYEE  table having the following records: </a:t>
            </a:r>
          </a:p>
        </p:txBody>
      </p:sp>
    </p:spTree>
    <p:extLst>
      <p:ext uri="{BB962C8B-B14F-4D97-AF65-F5344CB8AC3E}">
        <p14:creationId xmlns:p14="http://schemas.microsoft.com/office/powerpoint/2010/main" val="781376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SQL &gt; CREATE VIEW EMPLOYEE_VIEW AS SELECT </a:t>
            </a:r>
            <a:r>
              <a:rPr lang="en-US" err="1"/>
              <a:t>Emp_id</a:t>
            </a:r>
            <a:r>
              <a:rPr lang="en-US"/>
              <a:t>, </a:t>
            </a:r>
            <a:r>
              <a:rPr lang="en-US" err="1"/>
              <a:t>Emp_name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    FROM EMPLOYEE;</a:t>
            </a:r>
          </a:p>
          <a:p>
            <a:pPr marL="0" indent="0">
              <a:buNone/>
            </a:pPr>
            <a:r>
              <a:rPr lang="en-US"/>
              <a:t>  </a:t>
            </a:r>
          </a:p>
          <a:p>
            <a:pPr marL="0" indent="0">
              <a:buNone/>
            </a:pPr>
            <a:r>
              <a:rPr lang="en-US"/>
              <a:t> Then, can query the view as follows:</a:t>
            </a:r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SQL &gt; SELECT * FROM EMPLOYEE_VIEW;</a:t>
            </a:r>
          </a:p>
        </p:txBody>
      </p:sp>
    </p:spTree>
    <p:extLst>
      <p:ext uri="{BB962C8B-B14F-4D97-AF65-F5344CB8AC3E}">
        <p14:creationId xmlns:p14="http://schemas.microsoft.com/office/powerpoint/2010/main" val="2516807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0517138"/>
              </p:ext>
            </p:extLst>
          </p:nvPr>
        </p:nvGraphicFramePr>
        <p:xfrm>
          <a:off x="2209800" y="1676400"/>
          <a:ext cx="4114800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err="1"/>
                        <a:t>Emp_id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err="1"/>
                        <a:t>Emp_name</a:t>
                      </a:r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Adams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Neel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Johnson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Smith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err="1"/>
                        <a:t>Willams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33400" y="838200"/>
            <a:ext cx="815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/>
              <a:t>Consider the EMPLOYEE  table having the following records: </a:t>
            </a:r>
          </a:p>
        </p:txBody>
      </p:sp>
    </p:spTree>
    <p:extLst>
      <p:ext uri="{BB962C8B-B14F-4D97-AF65-F5344CB8AC3E}">
        <p14:creationId xmlns:p14="http://schemas.microsoft.com/office/powerpoint/2010/main" val="3304591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r>
              <a:rPr lang="en-US" b="1"/>
              <a:t>The WITH CHECK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The purpose of the WITH CHECK OPTION is to ensure that all UPDATE and INSERTs satisfy the condition(s) in the view definition.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If they do not satisfy the condition(s), the UPDATE or INSERT returns an error. 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20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r>
              <a:rPr lang="en-US" b="1"/>
              <a:t>The WITH CHECK 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EMPLOYEE_VIEW with the WITH CHECK OPTION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CREATE VIEW EMPLOYEE_VIEW AS </a:t>
            </a:r>
          </a:p>
          <a:p>
            <a:pPr marL="0" indent="0">
              <a:buNone/>
            </a:pPr>
            <a:r>
              <a:rPr lang="en-US"/>
              <a:t>    SELECT </a:t>
            </a:r>
            <a:r>
              <a:rPr lang="en-US" err="1"/>
              <a:t>Emp_id,Emp_name</a:t>
            </a:r>
            <a:endParaRPr lang="en-US"/>
          </a:p>
          <a:p>
            <a:pPr marL="0" indent="0">
              <a:buNone/>
            </a:pPr>
            <a:r>
              <a:rPr lang="en-US"/>
              <a:t>    FROM EMPLOYEE</a:t>
            </a:r>
          </a:p>
          <a:p>
            <a:pPr marL="0" indent="0">
              <a:buNone/>
            </a:pPr>
            <a:r>
              <a:rPr lang="en-US"/>
              <a:t>    WHERE </a:t>
            </a:r>
            <a:r>
              <a:rPr lang="en-US" err="1"/>
              <a:t>Emp_id</a:t>
            </a:r>
            <a:r>
              <a:rPr lang="en-US"/>
              <a:t> IS NOT NULL WITH CHECK OPTION;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The WITH CHECK OPTION in this case should deny the entry of any NULL values in the view's </a:t>
            </a:r>
            <a:r>
              <a:rPr lang="en-US" err="1"/>
              <a:t>Emp_id</a:t>
            </a:r>
            <a:r>
              <a:rPr lang="en-US"/>
              <a:t> column, because the view is defined by data that does not have a NULL value in the </a:t>
            </a:r>
            <a:r>
              <a:rPr lang="en-US" err="1"/>
              <a:t>Emp_id</a:t>
            </a:r>
            <a:r>
              <a:rPr lang="en-US"/>
              <a:t> column.;</a:t>
            </a:r>
          </a:p>
        </p:txBody>
      </p:sp>
    </p:spTree>
    <p:extLst>
      <p:ext uri="{BB962C8B-B14F-4D97-AF65-F5344CB8AC3E}">
        <p14:creationId xmlns:p14="http://schemas.microsoft.com/office/powerpoint/2010/main" val="1212251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r>
              <a:rPr lang="en-US" b="1"/>
              <a:t>SQL Updating a View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A view can be updated under certain conditions: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The SELECT clause may not contain the keyword DISTINCT.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The SELECT clause may not contain summary functions.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/>
              <a:t>The SELECT clause may not contain set functions.  The SELECT clause may not contain set operators.  The SELECT clause may not contain an ORDER BY clause.</a:t>
            </a:r>
          </a:p>
        </p:txBody>
      </p:sp>
    </p:spTree>
    <p:extLst>
      <p:ext uri="{BB962C8B-B14F-4D97-AF65-F5344CB8AC3E}">
        <p14:creationId xmlns:p14="http://schemas.microsoft.com/office/powerpoint/2010/main" val="850067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r>
              <a:rPr lang="en-US" b="1"/>
              <a:t>SQL Updating a View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57250" lvl="1" indent="-457200">
              <a:buFont typeface="Wingdings" panose="05000000000000000000" pitchFamily="2" charset="2"/>
              <a:buChar char="§"/>
            </a:pPr>
            <a:r>
              <a:rPr lang="en-US"/>
              <a:t>The FROM clause may not contain multiple tables. </a:t>
            </a:r>
          </a:p>
          <a:p>
            <a:pPr marL="857250" lvl="1" indent="-457200">
              <a:buFont typeface="Wingdings" panose="05000000000000000000" pitchFamily="2" charset="2"/>
              <a:buChar char="§"/>
            </a:pPr>
            <a:r>
              <a:rPr lang="en-US"/>
              <a:t> The WHERE clause may not contain subqueries. </a:t>
            </a:r>
          </a:p>
          <a:p>
            <a:pPr marL="857250" lvl="1" indent="-457200">
              <a:buFont typeface="Wingdings" panose="05000000000000000000" pitchFamily="2" charset="2"/>
              <a:buChar char="§"/>
            </a:pPr>
            <a:r>
              <a:rPr lang="en-US"/>
              <a:t>The query may not contain GROUP BY or HAVING. </a:t>
            </a:r>
          </a:p>
          <a:p>
            <a:pPr marL="857250" lvl="1" indent="-457200">
              <a:buFont typeface="Wingdings" panose="05000000000000000000" pitchFamily="2" charset="2"/>
              <a:buChar char="§"/>
            </a:pPr>
            <a:r>
              <a:rPr lang="en-US"/>
              <a:t>Calculated columns may not be updated. </a:t>
            </a:r>
          </a:p>
          <a:p>
            <a:pPr marL="857250" lvl="1" indent="-457200">
              <a:buFont typeface="Wingdings" panose="05000000000000000000" pitchFamily="2" charset="2"/>
              <a:buChar char="§"/>
            </a:pPr>
            <a:r>
              <a:rPr lang="en-US"/>
              <a:t>All NOT NULL columns from the base table must be included in the view in order for the INSERT query to function. So if a view satisfies all the abovementioned rules then you can update a view. </a:t>
            </a:r>
          </a:p>
        </p:txBody>
      </p:sp>
    </p:spTree>
    <p:extLst>
      <p:ext uri="{BB962C8B-B14F-4D97-AF65-F5344CB8AC3E}">
        <p14:creationId xmlns:p14="http://schemas.microsoft.com/office/powerpoint/2010/main" val="4135789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r>
              <a:rPr lang="en-US" b="1"/>
              <a:t>SQL Drop a View</a:t>
            </a:r>
            <a:br>
              <a:rPr lang="en-US" b="1"/>
            </a:b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/>
              <a:t>To delete a view with the DROP VIEW command.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SQL DROP VIEW Syntax</a:t>
            </a:r>
          </a:p>
          <a:p>
            <a:pPr marL="0" indent="0">
              <a:buNone/>
            </a:pPr>
            <a:r>
              <a:rPr lang="en-US"/>
              <a:t>   DROP VIEW </a:t>
            </a:r>
            <a:r>
              <a:rPr lang="en-US" err="1"/>
              <a:t>view_name</a:t>
            </a:r>
            <a:endParaRPr lang="en-US"/>
          </a:p>
          <a:p>
            <a:pPr>
              <a:buFont typeface="Wingdings" panose="05000000000000000000" pitchFamily="2" charset="2"/>
              <a:buChar char="§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06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/>
            </a:br>
            <a:r>
              <a:rPr lang="en-US" b="1"/>
              <a:t>SQL Updating a View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Following is an example to update the </a:t>
            </a:r>
            <a:r>
              <a:rPr lang="en-US" err="1"/>
              <a:t>Emp_id</a:t>
            </a:r>
            <a:r>
              <a:rPr lang="en-US"/>
              <a:t>  of  Neel</a:t>
            </a:r>
          </a:p>
          <a:p>
            <a:pPr marL="0" indent="0">
              <a:buNone/>
            </a:pPr>
            <a:r>
              <a:rPr lang="en-US"/>
              <a:t>SQL &gt; UPDATE EMPLOYEE_VIEW </a:t>
            </a:r>
          </a:p>
          <a:p>
            <a:pPr marL="0" indent="0">
              <a:buNone/>
            </a:pPr>
            <a:r>
              <a:rPr lang="en-US"/>
              <a:t>SET </a:t>
            </a:r>
            <a:r>
              <a:rPr lang="en-US" err="1"/>
              <a:t>Emp_id</a:t>
            </a:r>
            <a:r>
              <a:rPr lang="en-US"/>
              <a:t> = 35 WHERE name=‘Neel';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This would ultimately update the base table EMPLOYEE and same would reflect in the view itself.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Now, try to query base table, and SELECT statement would produce the following result:</a:t>
            </a:r>
          </a:p>
        </p:txBody>
      </p:sp>
    </p:spTree>
    <p:extLst>
      <p:ext uri="{BB962C8B-B14F-4D97-AF65-F5344CB8AC3E}">
        <p14:creationId xmlns:p14="http://schemas.microsoft.com/office/powerpoint/2010/main" val="3878584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1860917339A24CBF48CA72FD87A938" ma:contentTypeVersion="4" ma:contentTypeDescription="Create a new document." ma:contentTypeScope="" ma:versionID="980b02646fa074ec6df36e14e32d67b1">
  <xsd:schema xmlns:xsd="http://www.w3.org/2001/XMLSchema" xmlns:xs="http://www.w3.org/2001/XMLSchema" xmlns:p="http://schemas.microsoft.com/office/2006/metadata/properties" xmlns:ns2="add626ea-3744-4bc4-9968-be3225425790" xmlns:ns3="be0a9719-4ac4-4ca6-8b98-e7dd01bc4f66" targetNamespace="http://schemas.microsoft.com/office/2006/metadata/properties" ma:root="true" ma:fieldsID="8108df76a192e00ecce4cadae88a104d" ns2:_="" ns3:_="">
    <xsd:import namespace="add626ea-3744-4bc4-9968-be3225425790"/>
    <xsd:import namespace="be0a9719-4ac4-4ca6-8b98-e7dd01bc4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626ea-3744-4bc4-9968-be322542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a9719-4ac4-4ca6-8b98-e7dd01bc4f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B19338-A118-4A40-A097-73036F2976C1}">
  <ds:schemaRefs>
    <ds:schemaRef ds:uri="0d751855-8ec5-4dae-b5f0-246e4d04320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DEB6955-1D0B-459C-8572-A36140268967}"/>
</file>

<file path=customXml/itemProps3.xml><?xml version="1.0" encoding="utf-8"?>
<ds:datastoreItem xmlns:ds="http://schemas.openxmlformats.org/officeDocument/2006/customXml" ds:itemID="{30E73818-BD70-4BAD-A1CE-CACC2495EC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View in SQL</vt:lpstr>
      <vt:lpstr>Views (Virtual Tables) in SQL</vt:lpstr>
      <vt:lpstr>VIEW Definition</vt:lpstr>
      <vt:lpstr>Views (Virtual Tables) in SQL</vt:lpstr>
      <vt:lpstr> CREATE VIEW command</vt:lpstr>
      <vt:lpstr> CREATE VIEW Syntax </vt:lpstr>
      <vt:lpstr>PowerPoint Presentation</vt:lpstr>
      <vt:lpstr>PowerPoint Presentation</vt:lpstr>
      <vt:lpstr>PowerPoint Presentation</vt:lpstr>
      <vt:lpstr> The WITH CHECK OPTION</vt:lpstr>
      <vt:lpstr> The WITH CHECK OPTION</vt:lpstr>
      <vt:lpstr> SQL Updating a View </vt:lpstr>
      <vt:lpstr> SQL Updating a View </vt:lpstr>
      <vt:lpstr> SQL Drop a View </vt:lpstr>
      <vt:lpstr> SQL Updating a View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Reshma Malik</dc:creator>
  <cp:revision>4</cp:revision>
  <dcterms:created xsi:type="dcterms:W3CDTF">2018-09-25T17:02:18Z</dcterms:created>
  <dcterms:modified xsi:type="dcterms:W3CDTF">2022-11-10T16:11:52Z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0x010100821860917339A24CBF48CA72FD87A938</vt:lpwstr>
  </property>
</Properties>
</file>