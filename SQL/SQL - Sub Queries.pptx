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6" r:id="rId14"/>
    <p:sldId id="265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24F1D9-2016-4191-AD61-A06196334059}" v="3" dt="2022-10-15T14:56:27.4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47" autoAdjust="0"/>
    <p:restoredTop sz="94660"/>
  </p:normalViewPr>
  <p:slideViewPr>
    <p:cSldViewPr>
      <p:cViewPr>
        <p:scale>
          <a:sx n="76" d="100"/>
          <a:sy n="76" d="100"/>
        </p:scale>
        <p:origin x="-1206" y="1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NAV KHOCHARE" userId="S::arnav.khochare215053@tsecedu.org::888c5dc3-5c77-476b-9cfc-77aa4b140ece" providerId="AD" clId="Web-{AA24F1D9-2016-4191-AD61-A06196334059}"/>
    <pc:docChg chg="modSld">
      <pc:chgData name="ARNAV KHOCHARE" userId="S::arnav.khochare215053@tsecedu.org::888c5dc3-5c77-476b-9cfc-77aa4b140ece" providerId="AD" clId="Web-{AA24F1D9-2016-4191-AD61-A06196334059}" dt="2022-10-15T14:56:25.026" v="1" actId="20577"/>
      <pc:docMkLst>
        <pc:docMk/>
      </pc:docMkLst>
      <pc:sldChg chg="modSp">
        <pc:chgData name="ARNAV KHOCHARE" userId="S::arnav.khochare215053@tsecedu.org::888c5dc3-5c77-476b-9cfc-77aa4b140ece" providerId="AD" clId="Web-{AA24F1D9-2016-4191-AD61-A06196334059}" dt="2022-10-15T14:56:25.026" v="1" actId="20577"/>
        <pc:sldMkLst>
          <pc:docMk/>
          <pc:sldMk cId="3006357488" sldId="257"/>
        </pc:sldMkLst>
        <pc:spChg chg="mod">
          <ac:chgData name="ARNAV KHOCHARE" userId="S::arnav.khochare215053@tsecedu.org::888c5dc3-5c77-476b-9cfc-77aa4b140ece" providerId="AD" clId="Web-{AA24F1D9-2016-4191-AD61-A06196334059}" dt="2022-10-15T14:56:25.026" v="1" actId="20577"/>
          <ac:spMkLst>
            <pc:docMk/>
            <pc:sldMk cId="3006357488" sldId="257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C99AB-3812-4D34-A144-5AAB7E1DEF97}" type="datetimeFigureOut">
              <a:rPr lang="en-US" smtClean="0"/>
              <a:t>10/15/2022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54CF0-D15C-4413-8278-D5AD74F72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456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C99AB-3812-4D34-A144-5AAB7E1DEF97}" type="datetimeFigureOut">
              <a:rPr lang="en-US" smtClean="0"/>
              <a:t>10/15/2022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54CF0-D15C-4413-8278-D5AD74F72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339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C99AB-3812-4D34-A144-5AAB7E1DEF97}" type="datetimeFigureOut">
              <a:rPr lang="en-US" smtClean="0"/>
              <a:t>10/15/2022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54CF0-D15C-4413-8278-D5AD74F72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887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C99AB-3812-4D34-A144-5AAB7E1DEF97}" type="datetimeFigureOut">
              <a:rPr lang="en-US" smtClean="0"/>
              <a:t>10/15/2022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54CF0-D15C-4413-8278-D5AD74F72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435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C99AB-3812-4D34-A144-5AAB7E1DEF97}" type="datetimeFigureOut">
              <a:rPr lang="en-US" smtClean="0"/>
              <a:t>10/15/2022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54CF0-D15C-4413-8278-D5AD74F72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477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C99AB-3812-4D34-A144-5AAB7E1DEF97}" type="datetimeFigureOut">
              <a:rPr lang="en-US" smtClean="0"/>
              <a:t>10/15/2022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54CF0-D15C-4413-8278-D5AD74F72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484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C99AB-3812-4D34-A144-5AAB7E1DEF97}" type="datetimeFigureOut">
              <a:rPr lang="en-US" smtClean="0"/>
              <a:t>10/15/2022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54CF0-D15C-4413-8278-D5AD74F72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458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C99AB-3812-4D34-A144-5AAB7E1DEF97}" type="datetimeFigureOut">
              <a:rPr lang="en-US" smtClean="0"/>
              <a:t>10/15/2022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54CF0-D15C-4413-8278-D5AD74F72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772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C99AB-3812-4D34-A144-5AAB7E1DEF97}" type="datetimeFigureOut">
              <a:rPr lang="en-US" smtClean="0"/>
              <a:t>10/15/2022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54CF0-D15C-4413-8278-D5AD74F72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548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C99AB-3812-4D34-A144-5AAB7E1DEF97}" type="datetimeFigureOut">
              <a:rPr lang="en-US" smtClean="0"/>
              <a:t>10/15/2022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54CF0-D15C-4413-8278-D5AD74F72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510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C99AB-3812-4D34-A144-5AAB7E1DEF97}" type="datetimeFigureOut">
              <a:rPr lang="en-US" smtClean="0"/>
              <a:t>10/15/2022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54CF0-D15C-4413-8278-D5AD74F72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225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DC99AB-3812-4D34-A144-5AAB7E1DEF97}" type="datetimeFigureOut">
              <a:rPr lang="en-US" smtClean="0"/>
              <a:t>10/15/2022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554CF0-D15C-4413-8278-D5AD74F72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014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SQL - Sub Queries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388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Subquery/</a:t>
            </a:r>
            <a:r>
              <a:rPr lang="en-US" sz="4000" dirty="0"/>
              <a:t> </a:t>
            </a:r>
            <a:r>
              <a:rPr lang="en-US" sz="4000" b="1" dirty="0"/>
              <a:t>Inner query / Nested query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 Subquery or Inner query or a Nested query is a query within another SQL query and embedded within the WHERE clause.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 subquery is used to return data that will be used in the main query as a condition to further restrict the data to be retrieved.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Subqueries can be used with the SELECT, INSERT, UPDATE, and DELETE statements along with the operators like =, &lt;, &gt;, &gt;=, &lt;=, IN, BETWEEN, etc.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357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Subqueries must be enclosed within parentheses.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 subquery can have only one column in the SELECT clause, unless multiple columns are in the main query for the subquery to compare its selected columns.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An ORDER BY command cannot be used in a subquery, although the main query can use an ORDER BY.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 GROUP BY command can be used to perform the same function as the ORDER BY in a subquery.</a:t>
            </a:r>
          </a:p>
        </p:txBody>
      </p:sp>
    </p:spTree>
    <p:extLst>
      <p:ext uri="{BB962C8B-B14F-4D97-AF65-F5344CB8AC3E}">
        <p14:creationId xmlns:p14="http://schemas.microsoft.com/office/powerpoint/2010/main" val="4014009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b="1" dirty="0"/>
              <a:t>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Subqueries that return more than one row can only be used with multiple value operators such as the </a:t>
            </a:r>
            <a:r>
              <a:rPr lang="en-US" b="1" dirty="0"/>
              <a:t>IN operator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 SELECT list cannot include any references to values that evaluate to a BLOB, ARRAY, CLOB, or NCLOB.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 subquery cannot be immediately enclosed in a set function.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 BETWEEN operator cannot be used with a subquery. However, the BETWEEN operator can be used within the subquery.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280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25562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Subqueries with the SELECT Statement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Subqueries are most frequently used with the SELECT statement.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 basic syntax is as follows −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b="1" dirty="0">
                <a:solidFill>
                  <a:srgbClr val="FF0000"/>
                </a:solidFill>
              </a:rPr>
              <a:t>SELECT </a:t>
            </a:r>
            <a:r>
              <a:rPr lang="en-US" b="1" dirty="0" err="1">
                <a:solidFill>
                  <a:srgbClr val="FF0000"/>
                </a:solidFill>
              </a:rPr>
              <a:t>column_name</a:t>
            </a:r>
            <a:r>
              <a:rPr lang="en-US" b="1" dirty="0">
                <a:solidFill>
                  <a:srgbClr val="FF0000"/>
                </a:solidFill>
              </a:rPr>
              <a:t> [, </a:t>
            </a:r>
            <a:r>
              <a:rPr lang="en-US" b="1" dirty="0" err="1">
                <a:solidFill>
                  <a:srgbClr val="FF0000"/>
                </a:solidFill>
              </a:rPr>
              <a:t>column_name</a:t>
            </a:r>
            <a:r>
              <a:rPr lang="en-US" b="1" dirty="0">
                <a:solidFill>
                  <a:srgbClr val="FF0000"/>
                </a:solidFill>
              </a:rPr>
              <a:t> ]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	FROM table1 [, table2 ]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	WHERE </a:t>
            </a:r>
            <a:r>
              <a:rPr lang="en-US" b="1" dirty="0" err="1">
                <a:solidFill>
                  <a:srgbClr val="FF0000"/>
                </a:solidFill>
              </a:rPr>
              <a:t>column_name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	OPERATOR  (SELECT </a:t>
            </a:r>
            <a:r>
              <a:rPr lang="en-US" b="1" dirty="0" err="1">
                <a:solidFill>
                  <a:srgbClr val="FF0000"/>
                </a:solidFill>
              </a:rPr>
              <a:t>column_name</a:t>
            </a:r>
            <a:r>
              <a:rPr lang="en-US" b="1" dirty="0">
                <a:solidFill>
                  <a:srgbClr val="FF0000"/>
                </a:solidFill>
              </a:rPr>
              <a:t> [, </a:t>
            </a:r>
            <a:r>
              <a:rPr lang="en-US" b="1" dirty="0" err="1">
                <a:solidFill>
                  <a:srgbClr val="FF0000"/>
                </a:solidFill>
              </a:rPr>
              <a:t>column_name</a:t>
            </a:r>
            <a:r>
              <a:rPr lang="en-US" b="1" dirty="0">
                <a:solidFill>
                  <a:srgbClr val="FF0000"/>
                </a:solidFill>
              </a:rPr>
              <a:t> ]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           FROM table1 [, table2 ] [WHERE])</a:t>
            </a:r>
          </a:p>
        </p:txBody>
      </p:sp>
    </p:spTree>
    <p:extLst>
      <p:ext uri="{BB962C8B-B14F-4D97-AF65-F5344CB8AC3E}">
        <p14:creationId xmlns:p14="http://schemas.microsoft.com/office/powerpoint/2010/main" val="1130231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+----+---------------+----------+----------------+-------------+</a:t>
            </a:r>
            <a:r>
              <a:rPr lang="en-US" dirty="0">
                <a:effectLst/>
              </a:rPr>
              <a:t> </a:t>
            </a:r>
          </a:p>
          <a:p>
            <a:pPr marL="0" indent="0">
              <a:buNone/>
            </a:pPr>
            <a:r>
              <a:rPr lang="en-US" dirty="0"/>
              <a:t>    |</a:t>
            </a:r>
            <a:r>
              <a:rPr lang="en-US" dirty="0">
                <a:effectLst/>
              </a:rPr>
              <a:t>  ID </a:t>
            </a:r>
            <a:r>
              <a:rPr lang="en-US" dirty="0"/>
              <a:t>|</a:t>
            </a:r>
            <a:r>
              <a:rPr lang="en-US" dirty="0">
                <a:effectLst/>
              </a:rPr>
              <a:t>  NAME       </a:t>
            </a:r>
            <a:r>
              <a:rPr lang="en-US" dirty="0"/>
              <a:t>|</a:t>
            </a:r>
            <a:r>
              <a:rPr lang="en-US" dirty="0">
                <a:effectLst/>
              </a:rPr>
              <a:t>    AGE   </a:t>
            </a:r>
            <a:r>
              <a:rPr lang="en-US" dirty="0"/>
              <a:t>|</a:t>
            </a:r>
            <a:r>
              <a:rPr lang="en-US" dirty="0">
                <a:effectLst/>
              </a:rPr>
              <a:t>     ADDRESS </a:t>
            </a:r>
            <a:r>
              <a:rPr lang="en-US" dirty="0"/>
              <a:t>|</a:t>
            </a:r>
            <a:r>
              <a:rPr lang="en-US" dirty="0">
                <a:effectLst/>
              </a:rPr>
              <a:t>   SALARY  </a:t>
            </a:r>
            <a:r>
              <a:rPr lang="en-US" dirty="0"/>
              <a:t>|</a:t>
            </a:r>
          </a:p>
          <a:p>
            <a:pPr marL="0" indent="0">
              <a:buNone/>
            </a:pPr>
            <a:r>
              <a:rPr lang="en-US" dirty="0">
                <a:effectLst/>
              </a:rPr>
              <a:t>    </a:t>
            </a:r>
            <a:r>
              <a:rPr lang="en-US" dirty="0"/>
              <a:t>+----+----------------+----------+-----------------+------------+</a:t>
            </a:r>
            <a:r>
              <a:rPr lang="en-US" dirty="0">
                <a:effectLst/>
              </a:rPr>
              <a:t> </a:t>
            </a:r>
          </a:p>
          <a:p>
            <a:pPr marL="0" indent="0">
              <a:buNone/>
            </a:pPr>
            <a:r>
              <a:rPr lang="en-US" dirty="0"/>
              <a:t>   |</a:t>
            </a:r>
            <a:r>
              <a:rPr lang="en-US" dirty="0">
                <a:effectLst/>
              </a:rPr>
              <a:t>   </a:t>
            </a:r>
            <a:r>
              <a:rPr lang="en-US" dirty="0"/>
              <a:t>1</a:t>
            </a:r>
            <a:r>
              <a:rPr lang="en-US" dirty="0">
                <a:effectLst/>
              </a:rPr>
              <a:t> </a:t>
            </a:r>
            <a:r>
              <a:rPr lang="en-US" dirty="0"/>
              <a:t>|</a:t>
            </a:r>
            <a:r>
              <a:rPr lang="en-US" dirty="0">
                <a:effectLst/>
              </a:rPr>
              <a:t> </a:t>
            </a:r>
            <a:r>
              <a:rPr lang="en-US" dirty="0"/>
              <a:t>Ivan</a:t>
            </a:r>
            <a:r>
              <a:rPr lang="en-US" dirty="0">
                <a:effectLst/>
              </a:rPr>
              <a:t>             </a:t>
            </a:r>
            <a:r>
              <a:rPr lang="en-US" dirty="0"/>
              <a:t>|</a:t>
            </a:r>
            <a:r>
              <a:rPr lang="en-US" dirty="0">
                <a:effectLst/>
              </a:rPr>
              <a:t>   </a:t>
            </a:r>
            <a:r>
              <a:rPr lang="en-US" dirty="0"/>
              <a:t>35        |  </a:t>
            </a:r>
            <a:r>
              <a:rPr lang="en-US" dirty="0">
                <a:effectLst/>
              </a:rPr>
              <a:t> </a:t>
            </a:r>
            <a:r>
              <a:rPr lang="en-US" dirty="0"/>
              <a:t>Mumbai    |</a:t>
            </a:r>
            <a:r>
              <a:rPr lang="en-US" dirty="0">
                <a:effectLst/>
              </a:rPr>
              <a:t> </a:t>
            </a:r>
            <a:r>
              <a:rPr lang="en-US" dirty="0"/>
              <a:t>2000.00</a:t>
            </a:r>
            <a:r>
              <a:rPr lang="en-US" dirty="0">
                <a:effectLst/>
              </a:rPr>
              <a:t>   </a:t>
            </a:r>
            <a:r>
              <a:rPr lang="en-US" dirty="0"/>
              <a:t>|</a:t>
            </a:r>
            <a:r>
              <a:rPr lang="en-US" dirty="0">
                <a:effectLst/>
              </a:rPr>
              <a:t> </a:t>
            </a:r>
          </a:p>
          <a:p>
            <a:pPr marL="0" indent="0">
              <a:buNone/>
            </a:pPr>
            <a:r>
              <a:rPr lang="en-US" dirty="0"/>
              <a:t>   |</a:t>
            </a:r>
            <a:r>
              <a:rPr lang="en-US" dirty="0">
                <a:effectLst/>
              </a:rPr>
              <a:t>   </a:t>
            </a:r>
            <a:r>
              <a:rPr lang="en-US" dirty="0"/>
              <a:t>2</a:t>
            </a:r>
            <a:r>
              <a:rPr lang="en-US" dirty="0">
                <a:effectLst/>
              </a:rPr>
              <a:t> </a:t>
            </a:r>
            <a:r>
              <a:rPr lang="en-US" dirty="0"/>
              <a:t>|</a:t>
            </a:r>
            <a:r>
              <a:rPr lang="en-US" dirty="0">
                <a:effectLst/>
              </a:rPr>
              <a:t> </a:t>
            </a:r>
            <a:r>
              <a:rPr lang="en-US" dirty="0" err="1"/>
              <a:t>Mamta</a:t>
            </a:r>
            <a:r>
              <a:rPr lang="en-US" dirty="0">
                <a:effectLst/>
              </a:rPr>
              <a:t>        </a:t>
            </a:r>
            <a:r>
              <a:rPr lang="en-US" dirty="0"/>
              <a:t>|</a:t>
            </a:r>
            <a:r>
              <a:rPr lang="en-US" dirty="0">
                <a:effectLst/>
              </a:rPr>
              <a:t>   </a:t>
            </a:r>
            <a:r>
              <a:rPr lang="en-US" dirty="0"/>
              <a:t>25</a:t>
            </a:r>
            <a:r>
              <a:rPr lang="en-US" dirty="0">
                <a:effectLst/>
              </a:rPr>
              <a:t>       </a:t>
            </a:r>
            <a:r>
              <a:rPr lang="en-US" dirty="0"/>
              <a:t>|</a:t>
            </a:r>
            <a:r>
              <a:rPr lang="en-US" dirty="0">
                <a:effectLst/>
              </a:rPr>
              <a:t>   </a:t>
            </a:r>
            <a:r>
              <a:rPr lang="en-US" dirty="0"/>
              <a:t>Madras</a:t>
            </a:r>
            <a:r>
              <a:rPr lang="en-US" dirty="0">
                <a:effectLst/>
              </a:rPr>
              <a:t>      </a:t>
            </a:r>
            <a:r>
              <a:rPr lang="en-US" dirty="0"/>
              <a:t>|</a:t>
            </a:r>
            <a:r>
              <a:rPr lang="en-US" dirty="0">
                <a:effectLst/>
              </a:rPr>
              <a:t> </a:t>
            </a:r>
            <a:r>
              <a:rPr lang="en-US" dirty="0"/>
              <a:t>1500.00   |</a:t>
            </a:r>
            <a:r>
              <a:rPr lang="en-US" dirty="0">
                <a:effectLst/>
              </a:rPr>
              <a:t> </a:t>
            </a:r>
          </a:p>
          <a:p>
            <a:pPr marL="0" indent="0">
              <a:buNone/>
            </a:pPr>
            <a:r>
              <a:rPr lang="en-US" dirty="0"/>
              <a:t>   |  </a:t>
            </a:r>
            <a:r>
              <a:rPr lang="en-US" dirty="0">
                <a:effectLst/>
              </a:rPr>
              <a:t> </a:t>
            </a:r>
            <a:r>
              <a:rPr lang="en-US" dirty="0"/>
              <a:t>3</a:t>
            </a:r>
            <a:r>
              <a:rPr lang="en-US" dirty="0">
                <a:effectLst/>
              </a:rPr>
              <a:t> </a:t>
            </a:r>
            <a:r>
              <a:rPr lang="en-US" dirty="0"/>
              <a:t>|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Chhaya</a:t>
            </a:r>
            <a:r>
              <a:rPr lang="en-US" dirty="0">
                <a:effectLst/>
              </a:rPr>
              <a:t>        </a:t>
            </a:r>
            <a:r>
              <a:rPr lang="en-US" dirty="0"/>
              <a:t>|</a:t>
            </a:r>
            <a:r>
              <a:rPr lang="en-US" dirty="0">
                <a:effectLst/>
              </a:rPr>
              <a:t>   </a:t>
            </a:r>
            <a:r>
              <a:rPr lang="en-US" dirty="0"/>
              <a:t>23</a:t>
            </a:r>
            <a:r>
              <a:rPr lang="en-US" dirty="0">
                <a:effectLst/>
              </a:rPr>
              <a:t>       </a:t>
            </a:r>
            <a:r>
              <a:rPr lang="en-US" dirty="0"/>
              <a:t>|</a:t>
            </a:r>
            <a:r>
              <a:rPr lang="en-US" dirty="0">
                <a:effectLst/>
              </a:rPr>
              <a:t> </a:t>
            </a:r>
            <a:r>
              <a:rPr lang="en-US" dirty="0"/>
              <a:t>Mumbai</a:t>
            </a:r>
            <a:r>
              <a:rPr lang="en-US" dirty="0">
                <a:effectLst/>
              </a:rPr>
              <a:t>      </a:t>
            </a:r>
            <a:r>
              <a:rPr lang="en-US" dirty="0"/>
              <a:t>|</a:t>
            </a:r>
            <a:r>
              <a:rPr lang="en-US" dirty="0">
                <a:effectLst/>
              </a:rPr>
              <a:t> </a:t>
            </a:r>
            <a:r>
              <a:rPr lang="en-US" dirty="0"/>
              <a:t>2000.00</a:t>
            </a:r>
            <a:r>
              <a:rPr lang="en-US" dirty="0">
                <a:effectLst/>
              </a:rPr>
              <a:t>   </a:t>
            </a:r>
            <a:r>
              <a:rPr lang="en-US" dirty="0"/>
              <a:t>|</a:t>
            </a:r>
            <a:r>
              <a:rPr lang="en-US" dirty="0">
                <a:effectLst/>
              </a:rPr>
              <a:t> </a:t>
            </a:r>
          </a:p>
          <a:p>
            <a:pPr marL="0" indent="0">
              <a:buNone/>
            </a:pPr>
            <a:r>
              <a:rPr lang="en-US" dirty="0"/>
              <a:t>   |</a:t>
            </a:r>
            <a:r>
              <a:rPr lang="en-US" dirty="0">
                <a:effectLst/>
              </a:rPr>
              <a:t>   </a:t>
            </a:r>
            <a:r>
              <a:rPr lang="en-US" dirty="0"/>
              <a:t>4</a:t>
            </a:r>
            <a:r>
              <a:rPr lang="en-US" dirty="0">
                <a:effectLst/>
              </a:rPr>
              <a:t> </a:t>
            </a:r>
            <a:r>
              <a:rPr lang="en-US" dirty="0"/>
              <a:t>|</a:t>
            </a:r>
            <a:r>
              <a:rPr lang="en-US" dirty="0">
                <a:effectLst/>
              </a:rPr>
              <a:t> </a:t>
            </a:r>
            <a:r>
              <a:rPr lang="en-US" dirty="0"/>
              <a:t>Ashwini       |</a:t>
            </a:r>
            <a:r>
              <a:rPr lang="en-US" dirty="0">
                <a:effectLst/>
              </a:rPr>
              <a:t>   </a:t>
            </a:r>
            <a:r>
              <a:rPr lang="en-US" dirty="0"/>
              <a:t>25</a:t>
            </a:r>
            <a:r>
              <a:rPr lang="en-US" dirty="0">
                <a:effectLst/>
              </a:rPr>
              <a:t>       </a:t>
            </a:r>
            <a:r>
              <a:rPr lang="en-US" dirty="0"/>
              <a:t>|</a:t>
            </a:r>
            <a:r>
              <a:rPr lang="en-US" dirty="0">
                <a:effectLst/>
              </a:rPr>
              <a:t> </a:t>
            </a:r>
            <a:r>
              <a:rPr lang="en-US" dirty="0"/>
              <a:t>Mumbai</a:t>
            </a:r>
            <a:r>
              <a:rPr lang="en-US" dirty="0">
                <a:effectLst/>
              </a:rPr>
              <a:t>      </a:t>
            </a:r>
            <a:r>
              <a:rPr lang="en-US" dirty="0"/>
              <a:t>|</a:t>
            </a:r>
            <a:r>
              <a:rPr lang="en-US" dirty="0">
                <a:effectLst/>
              </a:rPr>
              <a:t> </a:t>
            </a:r>
            <a:r>
              <a:rPr lang="en-US" dirty="0"/>
              <a:t>6500.00</a:t>
            </a:r>
            <a:r>
              <a:rPr lang="en-US" dirty="0">
                <a:effectLst/>
              </a:rPr>
              <a:t>   </a:t>
            </a:r>
            <a:r>
              <a:rPr lang="en-US" dirty="0"/>
              <a:t>|</a:t>
            </a:r>
            <a:r>
              <a:rPr lang="en-US" dirty="0">
                <a:effectLst/>
              </a:rPr>
              <a:t> </a:t>
            </a:r>
          </a:p>
          <a:p>
            <a:pPr marL="0" indent="0">
              <a:buNone/>
            </a:pPr>
            <a:r>
              <a:rPr lang="en-US" dirty="0"/>
              <a:t>   |</a:t>
            </a:r>
            <a:r>
              <a:rPr lang="en-US" dirty="0">
                <a:effectLst/>
              </a:rPr>
              <a:t>   </a:t>
            </a:r>
            <a:r>
              <a:rPr lang="en-US" dirty="0"/>
              <a:t>5</a:t>
            </a:r>
            <a:r>
              <a:rPr lang="en-US" dirty="0">
                <a:effectLst/>
              </a:rPr>
              <a:t> </a:t>
            </a:r>
            <a:r>
              <a:rPr lang="en-US" dirty="0"/>
              <a:t>|</a:t>
            </a:r>
            <a:r>
              <a:rPr lang="en-US" dirty="0">
                <a:effectLst/>
              </a:rPr>
              <a:t> </a:t>
            </a:r>
            <a:r>
              <a:rPr lang="en-US" dirty="0"/>
              <a:t>Hansel</a:t>
            </a:r>
            <a:r>
              <a:rPr lang="en-US" dirty="0">
                <a:effectLst/>
              </a:rPr>
              <a:t>         </a:t>
            </a:r>
            <a:r>
              <a:rPr lang="en-US" dirty="0"/>
              <a:t>|</a:t>
            </a:r>
            <a:r>
              <a:rPr lang="en-US" dirty="0">
                <a:effectLst/>
              </a:rPr>
              <a:t>   </a:t>
            </a:r>
            <a:r>
              <a:rPr lang="en-US" dirty="0"/>
              <a:t>27</a:t>
            </a:r>
            <a:r>
              <a:rPr lang="en-US" dirty="0">
                <a:effectLst/>
              </a:rPr>
              <a:t>       </a:t>
            </a:r>
            <a:r>
              <a:rPr lang="en-US" dirty="0"/>
              <a:t>|</a:t>
            </a:r>
            <a:r>
              <a:rPr lang="en-US" dirty="0">
                <a:effectLst/>
              </a:rPr>
              <a:t> </a:t>
            </a:r>
            <a:r>
              <a:rPr lang="en-US" dirty="0"/>
              <a:t>Bangalore   |</a:t>
            </a:r>
            <a:r>
              <a:rPr lang="en-US" dirty="0">
                <a:effectLst/>
              </a:rPr>
              <a:t> </a:t>
            </a:r>
            <a:r>
              <a:rPr lang="en-US" dirty="0"/>
              <a:t>8500.00</a:t>
            </a:r>
            <a:r>
              <a:rPr lang="en-US" dirty="0">
                <a:effectLst/>
              </a:rPr>
              <a:t>   </a:t>
            </a:r>
            <a:r>
              <a:rPr lang="en-US" dirty="0"/>
              <a:t>|</a:t>
            </a:r>
          </a:p>
          <a:p>
            <a:pPr marL="0" indent="0">
              <a:buNone/>
            </a:pPr>
            <a:r>
              <a:rPr lang="en-US" dirty="0">
                <a:effectLst/>
              </a:rPr>
              <a:t>   </a:t>
            </a:r>
            <a:r>
              <a:rPr lang="en-US" dirty="0"/>
              <a:t>|</a:t>
            </a:r>
            <a:r>
              <a:rPr lang="en-US" dirty="0">
                <a:effectLst/>
              </a:rPr>
              <a:t>   </a:t>
            </a:r>
            <a:r>
              <a:rPr lang="en-US" dirty="0"/>
              <a:t>6</a:t>
            </a:r>
            <a:r>
              <a:rPr lang="en-US" dirty="0">
                <a:effectLst/>
              </a:rPr>
              <a:t> </a:t>
            </a:r>
            <a:r>
              <a:rPr lang="en-US" dirty="0"/>
              <a:t>|</a:t>
            </a:r>
            <a:r>
              <a:rPr lang="en-US" dirty="0">
                <a:effectLst/>
              </a:rPr>
              <a:t> </a:t>
            </a:r>
            <a:r>
              <a:rPr lang="en-US" dirty="0"/>
              <a:t>Deepak        |</a:t>
            </a:r>
            <a:r>
              <a:rPr lang="en-US" dirty="0">
                <a:effectLst/>
              </a:rPr>
              <a:t> </a:t>
            </a:r>
            <a:r>
              <a:rPr lang="en-US" dirty="0"/>
              <a:t>22</a:t>
            </a:r>
            <a:r>
              <a:rPr lang="en-US" dirty="0">
                <a:effectLst/>
              </a:rPr>
              <a:t>         </a:t>
            </a:r>
            <a:r>
              <a:rPr lang="en-US" dirty="0"/>
              <a:t>|</a:t>
            </a:r>
            <a:r>
              <a:rPr lang="en-US" dirty="0">
                <a:effectLst/>
              </a:rPr>
              <a:t> Mangalore </a:t>
            </a:r>
            <a:r>
              <a:rPr lang="en-US" dirty="0"/>
              <a:t>|</a:t>
            </a:r>
            <a:r>
              <a:rPr lang="en-US" dirty="0">
                <a:effectLst/>
              </a:rPr>
              <a:t> </a:t>
            </a:r>
            <a:r>
              <a:rPr lang="en-US" dirty="0"/>
              <a:t>4500.00</a:t>
            </a:r>
            <a:r>
              <a:rPr lang="en-US" dirty="0">
                <a:effectLst/>
              </a:rPr>
              <a:t>   </a:t>
            </a:r>
            <a:r>
              <a:rPr lang="en-US" dirty="0"/>
              <a:t>|</a:t>
            </a:r>
            <a:r>
              <a:rPr lang="en-US" dirty="0">
                <a:effectLst/>
              </a:rPr>
              <a:t> </a:t>
            </a:r>
          </a:p>
          <a:p>
            <a:pPr marL="0" indent="0">
              <a:buNone/>
            </a:pPr>
            <a:r>
              <a:rPr lang="en-US" dirty="0"/>
              <a:t>   |</a:t>
            </a:r>
            <a:r>
              <a:rPr lang="en-US" dirty="0">
                <a:effectLst/>
              </a:rPr>
              <a:t>   </a:t>
            </a:r>
            <a:r>
              <a:rPr lang="en-US" dirty="0"/>
              <a:t>7</a:t>
            </a:r>
            <a:r>
              <a:rPr lang="en-US" dirty="0">
                <a:effectLst/>
              </a:rPr>
              <a:t> </a:t>
            </a:r>
            <a:r>
              <a:rPr lang="en-US" dirty="0"/>
              <a:t>|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Vandana</a:t>
            </a:r>
            <a:r>
              <a:rPr lang="en-US" dirty="0">
                <a:effectLst/>
              </a:rPr>
              <a:t>      </a:t>
            </a:r>
            <a:r>
              <a:rPr lang="en-US" dirty="0"/>
              <a:t>|</a:t>
            </a:r>
            <a:r>
              <a:rPr lang="en-US" dirty="0">
                <a:effectLst/>
              </a:rPr>
              <a:t> </a:t>
            </a:r>
            <a:r>
              <a:rPr lang="en-US" dirty="0"/>
              <a:t>24</a:t>
            </a:r>
            <a:r>
              <a:rPr lang="en-US" dirty="0">
                <a:effectLst/>
              </a:rPr>
              <a:t>         </a:t>
            </a:r>
            <a:r>
              <a:rPr lang="en-US" dirty="0"/>
              <a:t>|</a:t>
            </a:r>
            <a:r>
              <a:rPr lang="en-US" dirty="0">
                <a:effectLst/>
              </a:rPr>
              <a:t> </a:t>
            </a:r>
            <a:r>
              <a:rPr lang="en-US" dirty="0"/>
              <a:t>Mumbai</a:t>
            </a:r>
            <a:r>
              <a:rPr lang="en-US" dirty="0">
                <a:effectLst/>
              </a:rPr>
              <a:t>      </a:t>
            </a:r>
            <a:r>
              <a:rPr lang="en-US" dirty="0"/>
              <a:t>|</a:t>
            </a:r>
            <a:r>
              <a:rPr lang="en-US" dirty="0">
                <a:effectLst/>
              </a:rPr>
              <a:t> </a:t>
            </a:r>
            <a:r>
              <a:rPr lang="en-US" dirty="0"/>
              <a:t>10000.00|</a:t>
            </a:r>
          </a:p>
          <a:p>
            <a:pPr marL="0" indent="0">
              <a:buNone/>
            </a:pPr>
            <a:r>
              <a:rPr lang="en-US" dirty="0">
                <a:effectLst/>
              </a:rPr>
              <a:t>   </a:t>
            </a:r>
            <a:r>
              <a:rPr lang="en-US" dirty="0"/>
              <a:t>+-----+-----------------+------------+---------------+-------------+</a:t>
            </a:r>
          </a:p>
        </p:txBody>
      </p:sp>
    </p:spTree>
    <p:extLst>
      <p:ext uri="{BB962C8B-B14F-4D97-AF65-F5344CB8AC3E}">
        <p14:creationId xmlns:p14="http://schemas.microsoft.com/office/powerpoint/2010/main" val="926121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effectLst/>
              </a:rPr>
              <a:t>  SELECT </a:t>
            </a:r>
            <a:r>
              <a:rPr lang="en-US" dirty="0"/>
              <a:t>*</a:t>
            </a:r>
            <a:r>
              <a:rPr lang="en-US" dirty="0">
                <a:effectLst/>
              </a:rPr>
              <a:t> FROM CUSTOMERS 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>
                <a:effectLst/>
              </a:rPr>
              <a:t>WHERE ID IN </a:t>
            </a:r>
            <a:r>
              <a:rPr lang="en-US" dirty="0"/>
              <a:t>(</a:t>
            </a:r>
            <a:r>
              <a:rPr lang="en-US" dirty="0">
                <a:effectLst/>
              </a:rPr>
              <a:t>SELECT ID FROM   </a:t>
            </a:r>
          </a:p>
          <a:p>
            <a:pPr marL="0" indent="0">
              <a:buNone/>
            </a:pPr>
            <a:r>
              <a:rPr lang="en-US" dirty="0">
                <a:effectLst/>
              </a:rPr>
              <a:t>   CUSTOMERS WHERE SALARY </a:t>
            </a:r>
            <a:r>
              <a:rPr lang="en-US" dirty="0"/>
              <a:t>&gt;</a:t>
            </a:r>
            <a:r>
              <a:rPr lang="en-US" dirty="0">
                <a:effectLst/>
              </a:rPr>
              <a:t> </a:t>
            </a:r>
            <a:r>
              <a:rPr lang="en-US" dirty="0"/>
              <a:t>4500)</a:t>
            </a:r>
            <a:r>
              <a:rPr lang="en-US" dirty="0">
                <a:effectLst/>
              </a:rPr>
              <a:t> 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685797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    +-----+----------+--------+-------------+----------+ | </a:t>
            </a:r>
          </a:p>
          <a:p>
            <a:pPr marL="0" indent="0">
              <a:buNone/>
            </a:pPr>
            <a:r>
              <a:rPr lang="en-US" dirty="0"/>
              <a:t>    | ID    | NAME | AGE | ADDRESS | SALARY | </a:t>
            </a:r>
          </a:p>
          <a:p>
            <a:pPr marL="0" indent="0">
              <a:buNone/>
            </a:pPr>
            <a:r>
              <a:rPr lang="en-US" dirty="0"/>
              <a:t>   +------+----------+-------+-------------+----------+ | </a:t>
            </a:r>
          </a:p>
          <a:p>
            <a:pPr marL="0" indent="0">
              <a:buNone/>
            </a:pPr>
            <a:r>
              <a:rPr lang="en-US" dirty="0"/>
              <a:t>    |  4</a:t>
            </a:r>
            <a:r>
              <a:rPr lang="en-US" dirty="0">
                <a:effectLst/>
              </a:rPr>
              <a:t> </a:t>
            </a:r>
            <a:r>
              <a:rPr lang="en-US" dirty="0"/>
              <a:t>|</a:t>
            </a:r>
            <a:r>
              <a:rPr lang="en-US" dirty="0">
                <a:effectLst/>
              </a:rPr>
              <a:t> </a:t>
            </a:r>
            <a:r>
              <a:rPr lang="en-US" dirty="0"/>
              <a:t>Ashwini    |</a:t>
            </a:r>
            <a:r>
              <a:rPr lang="en-US" dirty="0">
                <a:effectLst/>
              </a:rPr>
              <a:t>   </a:t>
            </a:r>
            <a:r>
              <a:rPr lang="en-US" dirty="0"/>
              <a:t>25</a:t>
            </a:r>
            <a:r>
              <a:rPr lang="en-US" dirty="0">
                <a:effectLst/>
              </a:rPr>
              <a:t>  </a:t>
            </a:r>
            <a:r>
              <a:rPr lang="en-US" dirty="0"/>
              <a:t>|</a:t>
            </a:r>
            <a:r>
              <a:rPr lang="en-US" dirty="0">
                <a:effectLst/>
              </a:rPr>
              <a:t> </a:t>
            </a:r>
            <a:r>
              <a:rPr lang="en-US" dirty="0"/>
              <a:t>Mumbai</a:t>
            </a:r>
            <a:r>
              <a:rPr lang="en-US" dirty="0">
                <a:effectLst/>
              </a:rPr>
              <a:t> </a:t>
            </a:r>
            <a:r>
              <a:rPr lang="en-US" dirty="0"/>
              <a:t>|</a:t>
            </a:r>
            <a:r>
              <a:rPr lang="en-US" dirty="0">
                <a:effectLst/>
              </a:rPr>
              <a:t> </a:t>
            </a:r>
            <a:r>
              <a:rPr lang="en-US" dirty="0"/>
              <a:t>6500.00</a:t>
            </a:r>
            <a:r>
              <a:rPr lang="en-US" dirty="0">
                <a:effectLst/>
              </a:rPr>
              <a:t>  </a:t>
            </a:r>
            <a:r>
              <a:rPr lang="en-US" dirty="0"/>
              <a:t>| </a:t>
            </a:r>
          </a:p>
          <a:p>
            <a:pPr marL="0" indent="0">
              <a:buNone/>
            </a:pPr>
            <a:r>
              <a:rPr lang="en-US" dirty="0"/>
              <a:t>    |</a:t>
            </a:r>
            <a:r>
              <a:rPr lang="en-US" dirty="0">
                <a:effectLst/>
              </a:rPr>
              <a:t>   </a:t>
            </a:r>
            <a:r>
              <a:rPr lang="en-US" dirty="0"/>
              <a:t>5</a:t>
            </a:r>
            <a:r>
              <a:rPr lang="en-US" dirty="0">
                <a:effectLst/>
              </a:rPr>
              <a:t> </a:t>
            </a:r>
            <a:r>
              <a:rPr lang="en-US" dirty="0"/>
              <a:t>|</a:t>
            </a:r>
            <a:r>
              <a:rPr lang="en-US" dirty="0">
                <a:effectLst/>
              </a:rPr>
              <a:t> </a:t>
            </a:r>
            <a:r>
              <a:rPr lang="en-US" dirty="0"/>
              <a:t>Hansel</a:t>
            </a:r>
            <a:r>
              <a:rPr lang="en-US" dirty="0">
                <a:effectLst/>
              </a:rPr>
              <a:t>     </a:t>
            </a:r>
            <a:r>
              <a:rPr lang="en-US" dirty="0"/>
              <a:t>|</a:t>
            </a:r>
            <a:r>
              <a:rPr lang="en-US" dirty="0">
                <a:effectLst/>
              </a:rPr>
              <a:t>   </a:t>
            </a:r>
            <a:r>
              <a:rPr lang="en-US" dirty="0"/>
              <a:t>27</a:t>
            </a:r>
            <a:r>
              <a:rPr lang="en-US" dirty="0">
                <a:effectLst/>
              </a:rPr>
              <a:t>  </a:t>
            </a:r>
            <a:r>
              <a:rPr lang="en-US" dirty="0"/>
              <a:t>|</a:t>
            </a:r>
            <a:r>
              <a:rPr lang="en-US" dirty="0">
                <a:effectLst/>
              </a:rPr>
              <a:t> </a:t>
            </a:r>
            <a:r>
              <a:rPr lang="en-US" dirty="0"/>
              <a:t>Bangalore   |</a:t>
            </a:r>
            <a:r>
              <a:rPr lang="en-US" dirty="0">
                <a:effectLst/>
              </a:rPr>
              <a:t> </a:t>
            </a:r>
            <a:r>
              <a:rPr lang="en-US" dirty="0"/>
              <a:t>8500.00</a:t>
            </a:r>
            <a:r>
              <a:rPr lang="en-US" dirty="0">
                <a:effectLst/>
              </a:rPr>
              <a:t>   </a:t>
            </a:r>
            <a:r>
              <a:rPr lang="en-US" dirty="0"/>
              <a:t>|</a:t>
            </a:r>
          </a:p>
          <a:p>
            <a:pPr marL="0" indent="0">
              <a:buNone/>
            </a:pPr>
            <a:r>
              <a:rPr lang="en-US" dirty="0">
                <a:effectLst/>
              </a:rPr>
              <a:t>   </a:t>
            </a:r>
            <a:r>
              <a:rPr lang="en-US" dirty="0"/>
              <a:t>|</a:t>
            </a:r>
            <a:r>
              <a:rPr lang="en-US" dirty="0">
                <a:effectLst/>
              </a:rPr>
              <a:t>   </a:t>
            </a:r>
            <a:r>
              <a:rPr lang="en-US" dirty="0"/>
              <a:t>6</a:t>
            </a:r>
            <a:r>
              <a:rPr lang="en-US" dirty="0">
                <a:effectLst/>
              </a:rPr>
              <a:t> </a:t>
            </a:r>
            <a:r>
              <a:rPr lang="en-US" dirty="0"/>
              <a:t>|</a:t>
            </a:r>
            <a:r>
              <a:rPr lang="en-US" dirty="0">
                <a:effectLst/>
              </a:rPr>
              <a:t> </a:t>
            </a:r>
            <a:r>
              <a:rPr lang="en-US" dirty="0"/>
              <a:t>Deepak     |</a:t>
            </a:r>
            <a:r>
              <a:rPr lang="en-US" dirty="0">
                <a:effectLst/>
              </a:rPr>
              <a:t> </a:t>
            </a:r>
            <a:r>
              <a:rPr lang="en-US" dirty="0"/>
              <a:t>22</a:t>
            </a:r>
            <a:r>
              <a:rPr lang="en-US" dirty="0">
                <a:effectLst/>
              </a:rPr>
              <a:t>    </a:t>
            </a:r>
            <a:r>
              <a:rPr lang="en-US" dirty="0"/>
              <a:t>|</a:t>
            </a:r>
            <a:r>
              <a:rPr lang="en-US" dirty="0">
                <a:effectLst/>
              </a:rPr>
              <a:t> Mangalore </a:t>
            </a:r>
            <a:r>
              <a:rPr lang="en-US" dirty="0"/>
              <a:t>|</a:t>
            </a:r>
            <a:r>
              <a:rPr lang="en-US" dirty="0">
                <a:effectLst/>
              </a:rPr>
              <a:t> </a:t>
            </a:r>
            <a:r>
              <a:rPr lang="en-US" dirty="0"/>
              <a:t>4500.00</a:t>
            </a:r>
            <a:r>
              <a:rPr lang="en-US" dirty="0">
                <a:effectLst/>
              </a:rPr>
              <a:t>   </a:t>
            </a:r>
            <a:r>
              <a:rPr lang="en-US" dirty="0"/>
              <a:t>|</a:t>
            </a:r>
            <a:r>
              <a:rPr lang="en-US" dirty="0">
                <a:effectLst/>
              </a:rPr>
              <a:t> </a:t>
            </a:r>
          </a:p>
          <a:p>
            <a:pPr marL="0" indent="0">
              <a:buNone/>
            </a:pPr>
            <a:r>
              <a:rPr lang="en-US" dirty="0"/>
              <a:t>   |</a:t>
            </a:r>
            <a:r>
              <a:rPr lang="en-US" dirty="0">
                <a:effectLst/>
              </a:rPr>
              <a:t>   </a:t>
            </a:r>
            <a:r>
              <a:rPr lang="en-US" dirty="0"/>
              <a:t>7</a:t>
            </a:r>
            <a:r>
              <a:rPr lang="en-US" dirty="0">
                <a:effectLst/>
              </a:rPr>
              <a:t> </a:t>
            </a:r>
            <a:r>
              <a:rPr lang="en-US" dirty="0"/>
              <a:t>|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Vandana</a:t>
            </a:r>
            <a:r>
              <a:rPr lang="en-US" dirty="0">
                <a:effectLst/>
              </a:rPr>
              <a:t>   </a:t>
            </a:r>
            <a:r>
              <a:rPr lang="en-US" dirty="0"/>
              <a:t>|</a:t>
            </a:r>
            <a:r>
              <a:rPr lang="en-US" dirty="0">
                <a:effectLst/>
              </a:rPr>
              <a:t> </a:t>
            </a:r>
            <a:r>
              <a:rPr lang="en-US" dirty="0"/>
              <a:t>24</a:t>
            </a:r>
            <a:r>
              <a:rPr lang="en-US" dirty="0">
                <a:effectLst/>
              </a:rPr>
              <a:t>     </a:t>
            </a:r>
            <a:r>
              <a:rPr lang="en-US" dirty="0"/>
              <a:t>|</a:t>
            </a:r>
            <a:r>
              <a:rPr lang="en-US" dirty="0">
                <a:effectLst/>
              </a:rPr>
              <a:t> </a:t>
            </a:r>
            <a:r>
              <a:rPr lang="en-US" dirty="0"/>
              <a:t>Mumbai</a:t>
            </a:r>
            <a:r>
              <a:rPr lang="en-US" dirty="0">
                <a:effectLst/>
              </a:rPr>
              <a:t>      </a:t>
            </a:r>
            <a:r>
              <a:rPr lang="en-US" dirty="0"/>
              <a:t>|</a:t>
            </a:r>
            <a:r>
              <a:rPr lang="en-US" dirty="0">
                <a:effectLst/>
              </a:rPr>
              <a:t> </a:t>
            </a:r>
            <a:r>
              <a:rPr lang="en-US" dirty="0"/>
              <a:t>10000.00|</a:t>
            </a:r>
          </a:p>
          <a:p>
            <a:pPr marL="0" indent="0">
              <a:buNone/>
            </a:pPr>
            <a:r>
              <a:rPr lang="en-US" dirty="0">
                <a:effectLst/>
              </a:rPr>
              <a:t>   </a:t>
            </a:r>
            <a:r>
              <a:rPr lang="en-US" dirty="0"/>
              <a:t>+-----+-----------------+------------+---------------+-----|</a:t>
            </a:r>
          </a:p>
        </p:txBody>
      </p:sp>
    </p:spTree>
    <p:extLst>
      <p:ext uri="{BB962C8B-B14F-4D97-AF65-F5344CB8AC3E}">
        <p14:creationId xmlns:p14="http://schemas.microsoft.com/office/powerpoint/2010/main" val="3518072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Find the non moving </a:t>
            </a:r>
            <a:r>
              <a:rPr lang="en-US" dirty="0" err="1"/>
              <a:t>products,i.e.products</a:t>
            </a:r>
            <a:r>
              <a:rPr lang="en-US" dirty="0"/>
              <a:t> not being sold.</a:t>
            </a:r>
          </a:p>
          <a:p>
            <a:pPr marL="0" indent="0">
              <a:buNone/>
            </a:pPr>
            <a:r>
              <a:rPr lang="en-US" dirty="0"/>
              <a:t>     Select </a:t>
            </a:r>
            <a:r>
              <a:rPr lang="en-US" dirty="0" err="1"/>
              <a:t>ProductNo,Description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    From </a:t>
            </a:r>
            <a:r>
              <a:rPr lang="en-US" dirty="0" err="1"/>
              <a:t>Product_Master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Where </a:t>
            </a:r>
            <a:r>
              <a:rPr lang="en-US" dirty="0" err="1"/>
              <a:t>ProductNo</a:t>
            </a:r>
            <a:r>
              <a:rPr lang="en-US" dirty="0"/>
              <a:t> NOT IN (select </a:t>
            </a:r>
            <a:r>
              <a:rPr lang="en-US" dirty="0" err="1"/>
              <a:t>ProductNo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    From </a:t>
            </a:r>
            <a:r>
              <a:rPr lang="en-US" dirty="0" err="1"/>
              <a:t>Sales_order_details</a:t>
            </a:r>
            <a:r>
              <a:rPr lang="en-US" dirty="0"/>
              <a:t>);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611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Find the name and complete address for the customer who has placed </a:t>
            </a:r>
            <a:r>
              <a:rPr lang="en-US" dirty="0" err="1"/>
              <a:t>ordernumber</a:t>
            </a:r>
            <a:r>
              <a:rPr lang="en-US" dirty="0"/>
              <a:t> ‘O19001’</a:t>
            </a:r>
          </a:p>
          <a:p>
            <a:pPr marL="0" indent="0">
              <a:buNone/>
            </a:pPr>
            <a:r>
              <a:rPr lang="en-US" dirty="0"/>
              <a:t>     Select    </a:t>
            </a:r>
          </a:p>
          <a:p>
            <a:pPr marL="0" indent="0">
              <a:buNone/>
            </a:pPr>
            <a:r>
              <a:rPr lang="en-US" dirty="0"/>
              <a:t>     name,addrs1,adddrs2,city,State,Pincode </a:t>
            </a:r>
          </a:p>
          <a:p>
            <a:pPr marL="0" indent="0">
              <a:buNone/>
            </a:pPr>
            <a:r>
              <a:rPr lang="en-US" dirty="0"/>
              <a:t>      From </a:t>
            </a:r>
            <a:r>
              <a:rPr lang="en-US" dirty="0" err="1"/>
              <a:t>Client_master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Where </a:t>
            </a:r>
            <a:r>
              <a:rPr lang="en-US" dirty="0" err="1"/>
              <a:t>client_no</a:t>
            </a:r>
            <a:r>
              <a:rPr lang="en-US" dirty="0"/>
              <a:t> IN(select </a:t>
            </a:r>
            <a:r>
              <a:rPr lang="en-US" dirty="0" err="1"/>
              <a:t>client_no</a:t>
            </a:r>
            <a:r>
              <a:rPr lang="en-US" dirty="0"/>
              <a:t> from</a:t>
            </a:r>
          </a:p>
          <a:p>
            <a:pPr marL="0" indent="0">
              <a:buNone/>
            </a:pPr>
            <a:r>
              <a:rPr lang="en-US" dirty="0"/>
              <a:t>       </a:t>
            </a:r>
            <a:r>
              <a:rPr lang="en-US" dirty="0" err="1"/>
              <a:t>sales_order</a:t>
            </a:r>
            <a:r>
              <a:rPr lang="en-US" dirty="0"/>
              <a:t> where </a:t>
            </a:r>
            <a:r>
              <a:rPr lang="en-US" dirty="0" err="1"/>
              <a:t>orderno</a:t>
            </a:r>
            <a:r>
              <a:rPr lang="en-US" dirty="0"/>
              <a:t>=‘O19001’</a:t>
            </a:r>
          </a:p>
        </p:txBody>
      </p:sp>
    </p:spTree>
    <p:extLst>
      <p:ext uri="{BB962C8B-B14F-4D97-AF65-F5344CB8AC3E}">
        <p14:creationId xmlns:p14="http://schemas.microsoft.com/office/powerpoint/2010/main" val="3874282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Find the names of clients who have placed orders worth 10000 and more.</a:t>
            </a:r>
          </a:p>
          <a:p>
            <a:pPr marL="0" indent="0">
              <a:buNone/>
            </a:pPr>
            <a:r>
              <a:rPr lang="en-US" dirty="0"/>
              <a:t>	Select name from </a:t>
            </a:r>
            <a:r>
              <a:rPr lang="en-US" dirty="0" err="1"/>
              <a:t>client_master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	where </a:t>
            </a:r>
            <a:r>
              <a:rPr lang="en-US" dirty="0" err="1"/>
              <a:t>client_no</a:t>
            </a:r>
            <a:r>
              <a:rPr lang="en-US" dirty="0"/>
              <a:t> IN(select </a:t>
            </a:r>
            <a:r>
              <a:rPr lang="en-US" dirty="0" err="1"/>
              <a:t>client_no</a:t>
            </a:r>
            <a:r>
              <a:rPr lang="en-US" dirty="0"/>
              <a:t> from</a:t>
            </a:r>
          </a:p>
          <a:p>
            <a:pPr marL="0" indent="0">
              <a:buNone/>
            </a:pPr>
            <a:r>
              <a:rPr lang="en-US" dirty="0"/>
              <a:t> 	</a:t>
            </a:r>
            <a:r>
              <a:rPr lang="en-US" dirty="0" err="1"/>
              <a:t>sales_order</a:t>
            </a:r>
            <a:r>
              <a:rPr lang="en-US" dirty="0"/>
              <a:t> where </a:t>
            </a:r>
            <a:r>
              <a:rPr lang="en-US" dirty="0" err="1"/>
              <a:t>orderno</a:t>
            </a:r>
            <a:r>
              <a:rPr lang="en-US" dirty="0"/>
              <a:t> In</a:t>
            </a:r>
          </a:p>
          <a:p>
            <a:pPr marL="0" indent="0">
              <a:buNone/>
            </a:pPr>
            <a:r>
              <a:rPr lang="en-US" dirty="0"/>
              <a:t>  	(select </a:t>
            </a:r>
            <a:r>
              <a:rPr lang="en-US" dirty="0" err="1"/>
              <a:t>orderno</a:t>
            </a:r>
            <a:r>
              <a:rPr lang="en-US" dirty="0"/>
              <a:t> from </a:t>
            </a:r>
            <a:r>
              <a:rPr lang="en-US" dirty="0" err="1"/>
              <a:t>sales_order_details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/>
              <a:t>  	where(</a:t>
            </a:r>
            <a:r>
              <a:rPr lang="en-US" dirty="0" err="1"/>
              <a:t>Qtyordered</a:t>
            </a:r>
            <a:r>
              <a:rPr lang="en-US" dirty="0"/>
              <a:t>*</a:t>
            </a:r>
            <a:r>
              <a:rPr lang="en-US" dirty="0" err="1"/>
              <a:t>productRate</a:t>
            </a:r>
            <a:r>
              <a:rPr lang="en-US" dirty="0"/>
              <a:t>)&gt;=10000));</a:t>
            </a:r>
          </a:p>
        </p:txBody>
      </p:sp>
    </p:spTree>
    <p:extLst>
      <p:ext uri="{BB962C8B-B14F-4D97-AF65-F5344CB8AC3E}">
        <p14:creationId xmlns:p14="http://schemas.microsoft.com/office/powerpoint/2010/main" val="3754882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1860917339A24CBF48CA72FD87A938" ma:contentTypeVersion="4" ma:contentTypeDescription="Create a new document." ma:contentTypeScope="" ma:versionID="980b02646fa074ec6df36e14e32d67b1">
  <xsd:schema xmlns:xsd="http://www.w3.org/2001/XMLSchema" xmlns:xs="http://www.w3.org/2001/XMLSchema" xmlns:p="http://schemas.microsoft.com/office/2006/metadata/properties" xmlns:ns2="add626ea-3744-4bc4-9968-be3225425790" xmlns:ns3="be0a9719-4ac4-4ca6-8b98-e7dd01bc4f66" targetNamespace="http://schemas.microsoft.com/office/2006/metadata/properties" ma:root="true" ma:fieldsID="8108df76a192e00ecce4cadae88a104d" ns2:_="" ns3:_="">
    <xsd:import namespace="add626ea-3744-4bc4-9968-be3225425790"/>
    <xsd:import namespace="be0a9719-4ac4-4ca6-8b98-e7dd01bc4f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d626ea-3744-4bc4-9968-be32254257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0a9719-4ac4-4ca6-8b98-e7dd01bc4f6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E8A307C-C034-4D79-9BBD-2D54DDCCCBEE}"/>
</file>

<file path=customXml/itemProps2.xml><?xml version="1.0" encoding="utf-8"?>
<ds:datastoreItem xmlns:ds="http://schemas.openxmlformats.org/officeDocument/2006/customXml" ds:itemID="{10235F5E-C483-41DE-96C4-707D8E92708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06EC33F-1860-4EBA-9E98-CE37F092EA55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0d751855-8ec5-4dae-b5f0-246e4d043203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536</Words>
  <Application>Microsoft Office PowerPoint</Application>
  <PresentationFormat>On-screen Show (4:3)</PresentationFormat>
  <Paragraphs>67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SQL - Sub Queries </vt:lpstr>
      <vt:lpstr>Subquery/ Inner query / Nested query </vt:lpstr>
      <vt:lpstr>Rules</vt:lpstr>
      <vt:lpstr> Rules</vt:lpstr>
      <vt:lpstr> Subqueries with the SELECT Statement </vt:lpstr>
      <vt:lpstr>Customer table</vt:lpstr>
      <vt:lpstr>PowerPoint Presentation</vt:lpstr>
      <vt:lpstr>PowerPoint Presentation</vt:lpstr>
      <vt:lpstr>Example</vt:lpstr>
      <vt:lpstr>Example</vt:lpstr>
      <vt:lpstr>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- Sub Queries</dc:title>
  <dc:creator>Reshma Malik</dc:creator>
  <cp:lastModifiedBy>Lenovo</cp:lastModifiedBy>
  <cp:revision>13</cp:revision>
  <dcterms:created xsi:type="dcterms:W3CDTF">2018-09-30T10:14:24Z</dcterms:created>
  <dcterms:modified xsi:type="dcterms:W3CDTF">2022-10-15T14:56:33Z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0x010100821860917339A24CBF48CA72FD87A938</vt:lpwstr>
  </property>
</Properties>
</file>