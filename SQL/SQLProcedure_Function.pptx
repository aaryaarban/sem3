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6" r:id="rId5"/>
    <p:sldId id="265" r:id="rId6"/>
    <p:sldId id="267" r:id="rId7"/>
    <p:sldId id="268" r:id="rId8"/>
    <p:sldId id="270" r:id="rId9"/>
    <p:sldId id="271" r:id="rId10"/>
    <p:sldId id="269" r:id="rId11"/>
    <p:sldId id="272" r:id="rId12"/>
    <p:sldId id="273" r:id="rId13"/>
    <p:sldId id="275" r:id="rId14"/>
    <p:sldId id="283" r:id="rId15"/>
    <p:sldId id="282" r:id="rId16"/>
    <p:sldId id="276" r:id="rId17"/>
    <p:sldId id="277" r:id="rId18"/>
    <p:sldId id="278" r:id="rId19"/>
    <p:sldId id="279" r:id="rId20"/>
    <p:sldId id="280" r:id="rId21"/>
    <p:sldId id="274" r:id="rId22"/>
    <p:sldId id="28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99B7D-64CB-4D00-BF9E-9E5C08520967}" v="2" dt="2022-11-15T11:37:24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88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KHOCHARE" userId="S::arnav.khochare215053@tsecedu.org::888c5dc3-5c77-476b-9cfc-77aa4b140ece" providerId="AD" clId="Web-{27C99B7D-64CB-4D00-BF9E-9E5C08520967}"/>
    <pc:docChg chg="modSld">
      <pc:chgData name="ARNAV KHOCHARE" userId="S::arnav.khochare215053@tsecedu.org::888c5dc3-5c77-476b-9cfc-77aa4b140ece" providerId="AD" clId="Web-{27C99B7D-64CB-4D00-BF9E-9E5C08520967}" dt="2022-11-15T11:37:24.055" v="1"/>
      <pc:docMkLst>
        <pc:docMk/>
      </pc:docMkLst>
      <pc:sldChg chg="modSp">
        <pc:chgData name="ARNAV KHOCHARE" userId="S::arnav.khochare215053@tsecedu.org::888c5dc3-5c77-476b-9cfc-77aa4b140ece" providerId="AD" clId="Web-{27C99B7D-64CB-4D00-BF9E-9E5C08520967}" dt="2022-11-15T11:37:24.055" v="1"/>
        <pc:sldMkLst>
          <pc:docMk/>
          <pc:sldMk cId="3593240076" sldId="270"/>
        </pc:sldMkLst>
        <pc:graphicFrameChg chg="mod modGraphic">
          <ac:chgData name="ARNAV KHOCHARE" userId="S::arnav.khochare215053@tsecedu.org::888c5dc3-5c77-476b-9cfc-77aa4b140ece" providerId="AD" clId="Web-{27C99B7D-64CB-4D00-BF9E-9E5C08520967}" dt="2022-11-15T11:37:24.055" v="1"/>
          <ac:graphicFrameMkLst>
            <pc:docMk/>
            <pc:sldMk cId="3593240076" sldId="270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4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2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0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9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0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7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7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6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8ECB4-3A60-46ED-820E-E0503D47E072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30872-BEC2-4839-9A6C-CD3CCF4CA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3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Procedures &amp; Functions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006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Procedures &amp;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"A </a:t>
            </a:r>
            <a:r>
              <a:rPr lang="en-US" b="1" dirty="0"/>
              <a:t>procedures</a:t>
            </a:r>
            <a:r>
              <a:rPr lang="en-US" dirty="0"/>
              <a:t> or </a:t>
            </a:r>
            <a:r>
              <a:rPr lang="en-US" b="1" dirty="0"/>
              <a:t>function</a:t>
            </a:r>
            <a:r>
              <a:rPr lang="en-US" dirty="0"/>
              <a:t> is a group or set of SQL and PL/SQL statements that perform a specific task.“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function and  procedure is a named PL/SQL Block which is similar 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major difference between a procedure and a function is, a function must always return a value, but a procedure may or may not return a value.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60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Procedures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A procedure  is a named PL/SQL block which performs one or more specific task.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This is similar to a procedure in other programming languages.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 A procedure has a header and a body.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The header consists of the name of the procedure and the parameters or variables passed to the procedure. 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7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Procedures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The body consists or declaration section, execution section and exception section similar to a general PL/SQL Block.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A procedure is similar to an anonymous PL/SQL Block but it is named for repeated usage.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We can pass parameters to procedures in three ways.</a:t>
            </a:r>
          </a:p>
        </p:txBody>
      </p:sp>
    </p:spTree>
    <p:extLst>
      <p:ext uri="{BB962C8B-B14F-4D97-AF65-F5344CB8AC3E}">
        <p14:creationId xmlns:p14="http://schemas.microsoft.com/office/powerpoint/2010/main" val="126270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Procedures</a:t>
            </a:r>
            <a:br>
              <a:rPr lang="en-US" b="1" dirty="0"/>
            </a:b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886345"/>
              </p:ext>
            </p:extLst>
          </p:nvPr>
        </p:nvGraphicFramePr>
        <p:xfrm>
          <a:off x="457200" y="1600200"/>
          <a:ext cx="8229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800" b="1" dirty="0">
                          <a:effectLst/>
                        </a:rPr>
                        <a:t>Parameters</a:t>
                      </a:r>
                      <a:endParaRPr lang="en-US" sz="28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b="1">
                          <a:effectLst/>
                        </a:rPr>
                        <a:t>Description</a:t>
                      </a:r>
                      <a:endParaRPr lang="en-US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IN 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These types of parameters are used to send values to stored procedures.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OUT 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These types of parameters are used to get values from stored procedures. This is similar to a return type in functions.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IN OUT 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These types of parameters are used to send values and get values from stored procedures.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240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Procedures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CREATE [OR REPLACE] PROCEDURE </a:t>
            </a:r>
            <a:r>
              <a:rPr lang="en-US" b="1" dirty="0" err="1"/>
              <a:t>procedure_name</a:t>
            </a:r>
            <a:r>
              <a:rPr lang="en-US" b="1" dirty="0"/>
              <a:t> (&lt;Argument&gt; {IN, OUT, IN OUT} </a:t>
            </a:r>
          </a:p>
          <a:p>
            <a:pPr marL="0" indent="0">
              <a:buNone/>
            </a:pPr>
            <a:r>
              <a:rPr lang="en-US" b="1" dirty="0"/>
              <a:t>&lt;Datatype&gt;,…) </a:t>
            </a:r>
          </a:p>
          <a:p>
            <a:pPr marL="0" indent="0">
              <a:buNone/>
            </a:pPr>
            <a:r>
              <a:rPr lang="en-US" b="1" dirty="0"/>
              <a:t>     IS </a:t>
            </a:r>
          </a:p>
          <a:p>
            <a:pPr marL="457200" lvl="1" indent="0">
              <a:buNone/>
            </a:pPr>
            <a:r>
              <a:rPr lang="en-US" b="1" dirty="0"/>
              <a:t>	Declaration section&lt;variable, constant&gt; ; </a:t>
            </a:r>
          </a:p>
          <a:p>
            <a:pPr marL="457200" lvl="1" indent="0">
              <a:buNone/>
            </a:pPr>
            <a:r>
              <a:rPr lang="en-US" b="1" dirty="0"/>
              <a:t>BEGIN </a:t>
            </a:r>
          </a:p>
          <a:p>
            <a:pPr marL="457200" lvl="1" indent="0">
              <a:buNone/>
            </a:pPr>
            <a:r>
              <a:rPr lang="en-US" b="1" dirty="0"/>
              <a:t>	Execution section   </a:t>
            </a:r>
          </a:p>
          <a:p>
            <a:pPr marL="457200" lvl="1" indent="0">
              <a:buNone/>
            </a:pPr>
            <a:r>
              <a:rPr lang="en-US" b="1" dirty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170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Procedures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b="1" dirty="0"/>
              <a:t>IS</a:t>
            </a:r>
            <a:r>
              <a:rPr lang="en-US" dirty="0"/>
              <a:t> - marks the beginning of the procedure body similar to DECLARE in anonymous PL/SQL Blocks.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 The code between IS and BEGIN forms the Declaration section.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The syntax within the brackets [ ] indicate they are optional.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By using CREATE OR REPLACE together the procedure is created if no other procedure with the same name exists or the existing procedure is replaced with the current code.</a:t>
            </a:r>
          </a:p>
        </p:txBody>
      </p:sp>
    </p:spTree>
    <p:extLst>
      <p:ext uri="{BB962C8B-B14F-4D97-AF65-F5344CB8AC3E}">
        <p14:creationId xmlns:p14="http://schemas.microsoft.com/office/powerpoint/2010/main" val="3139245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How to execute a Procedure?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There are two ways to execute a procedure </a:t>
            </a:r>
          </a:p>
          <a:p>
            <a:pPr marL="0" indent="0">
              <a:buNone/>
            </a:pPr>
            <a:r>
              <a:rPr lang="en-US" dirty="0"/>
              <a:t>     1. From the SQL prompt : 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lang="en-US" b="1" dirty="0"/>
              <a:t>EXECUTE [or EXEC] </a:t>
            </a:r>
            <a:r>
              <a:rPr lang="en-US" b="1" dirty="0" err="1"/>
              <a:t>procedure_name</a:t>
            </a:r>
            <a:r>
              <a:rPr lang="en-US" b="1" dirty="0"/>
              <a:t>; </a:t>
            </a:r>
          </a:p>
          <a:p>
            <a:pPr marL="0" indent="0">
              <a:buNone/>
            </a:pPr>
            <a:r>
              <a:rPr lang="en-US" dirty="0"/>
              <a:t>     2. Within another procedure simply use the </a:t>
            </a:r>
          </a:p>
          <a:p>
            <a:pPr marL="0" indent="0">
              <a:buNone/>
            </a:pPr>
            <a:r>
              <a:rPr lang="en-US" dirty="0"/>
              <a:t>          procedure name : </a:t>
            </a:r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b="1" dirty="0" err="1"/>
              <a:t>procedure_name</a:t>
            </a:r>
            <a:r>
              <a:rPr lang="en-US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68122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How to execute a Procedure?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create table named </a:t>
            </a:r>
            <a:r>
              <a:rPr lang="en-US" dirty="0" err="1"/>
              <a:t>emp</a:t>
            </a:r>
            <a:r>
              <a:rPr lang="en-US" dirty="0"/>
              <a:t> with two column id and salary with number datatype.</a:t>
            </a:r>
            <a:br>
              <a:rPr lang="en-US" dirty="0"/>
            </a:br>
            <a:r>
              <a:rPr lang="en-US" dirty="0"/>
              <a:t>CREATE OR REPLACE PROCEDURE p1(id IN NUMBER, </a:t>
            </a:r>
            <a:r>
              <a:rPr lang="en-US" dirty="0" err="1"/>
              <a:t>sal</a:t>
            </a:r>
            <a:r>
              <a:rPr lang="en-US" dirty="0"/>
              <a:t> IN NUMBER) AS </a:t>
            </a:r>
          </a:p>
          <a:p>
            <a:pPr marL="0" indent="0">
              <a:buNone/>
            </a:pPr>
            <a:r>
              <a:rPr lang="en-US" dirty="0"/>
              <a:t>    BEGIN </a:t>
            </a:r>
          </a:p>
          <a:p>
            <a:pPr marL="0" indent="0">
              <a:buNone/>
            </a:pPr>
            <a:r>
              <a:rPr lang="en-US" dirty="0"/>
              <a:t>          INSERT INTO </a:t>
            </a:r>
            <a:r>
              <a:rPr lang="en-US" dirty="0" err="1"/>
              <a:t>emp</a:t>
            </a:r>
            <a:r>
              <a:rPr lang="en-US" dirty="0"/>
              <a:t> VALUES(id, </a:t>
            </a:r>
            <a:r>
              <a:rPr lang="en-US" dirty="0" err="1"/>
              <a:t>sal</a:t>
            </a:r>
            <a:r>
              <a:rPr lang="en-US" dirty="0"/>
              <a:t>);   </a:t>
            </a:r>
          </a:p>
          <a:p>
            <a:pPr marL="0" indent="0">
              <a:buNone/>
            </a:pPr>
            <a:r>
              <a:rPr lang="en-US" dirty="0"/>
              <a:t>          DBMS_OUTPUT.PUT_LINE('VALUE </a:t>
            </a:r>
          </a:p>
          <a:p>
            <a:pPr marL="0" indent="0">
              <a:buNone/>
            </a:pPr>
            <a:r>
              <a:rPr lang="en-US" dirty="0"/>
              <a:t>          INSERTED.'); </a:t>
            </a:r>
          </a:p>
          <a:p>
            <a:pPr marL="0" indent="0">
              <a:buNone/>
            </a:pPr>
            <a:r>
              <a:rPr lang="en-US" dirty="0"/>
              <a:t>    END;    </a:t>
            </a:r>
          </a:p>
        </p:txBody>
      </p:sp>
    </p:spTree>
    <p:extLst>
      <p:ext uri="{BB962C8B-B14F-4D97-AF65-F5344CB8AC3E}">
        <p14:creationId xmlns:p14="http://schemas.microsoft.com/office/powerpoint/2010/main" val="371596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25913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1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Functions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function is a named PL/SQL Block which is similar to a procedure.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major difference between a procedure and a function is, a function must always return a value, but a procedure may or may not return a value.</a:t>
            </a:r>
          </a:p>
        </p:txBody>
      </p:sp>
    </p:spTree>
    <p:extLst>
      <p:ext uri="{BB962C8B-B14F-4D97-AF65-F5344CB8AC3E}">
        <p14:creationId xmlns:p14="http://schemas.microsoft.com/office/powerpoint/2010/main" val="25977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Functions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i="1" dirty="0"/>
              <a:t>Syntax:</a:t>
            </a:r>
          </a:p>
          <a:p>
            <a:pPr marL="0" indent="0">
              <a:buNone/>
            </a:pPr>
            <a:r>
              <a:rPr lang="en-US" dirty="0"/>
              <a:t>CREATE [OR REPLACE] FUNCTION </a:t>
            </a:r>
            <a:r>
              <a:rPr lang="en-US" dirty="0" err="1"/>
              <a:t>function_name</a:t>
            </a:r>
            <a:r>
              <a:rPr lang="en-US" dirty="0"/>
              <a:t> [parameters] 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return_datatype</a:t>
            </a:r>
            <a:r>
              <a:rPr lang="en-US" dirty="0"/>
              <a:t>; {IS, AS}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Declaration_section</a:t>
            </a:r>
            <a:r>
              <a:rPr lang="en-US" dirty="0"/>
              <a:t> &lt;</a:t>
            </a:r>
            <a:r>
              <a:rPr lang="en-US" dirty="0" err="1"/>
              <a:t>variable,constant</a:t>
            </a:r>
            <a:r>
              <a:rPr lang="en-US" dirty="0"/>
              <a:t>&gt; ; </a:t>
            </a:r>
          </a:p>
          <a:p>
            <a:pPr marL="0" indent="0">
              <a:buNone/>
            </a:pPr>
            <a:r>
              <a:rPr lang="en-US" dirty="0"/>
              <a:t>        BEGIN   </a:t>
            </a:r>
            <a:r>
              <a:rPr lang="en-US" dirty="0" err="1"/>
              <a:t>Execution_section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return_variable</a:t>
            </a:r>
            <a:r>
              <a:rPr lang="en-US" dirty="0"/>
              <a:t>;  </a:t>
            </a:r>
          </a:p>
          <a:p>
            <a:pPr marL="0" indent="0">
              <a:buNone/>
            </a:pPr>
            <a:r>
              <a:rPr lang="en-US" dirty="0"/>
              <a:t>        EXCEPTION </a:t>
            </a:r>
            <a:r>
              <a:rPr lang="en-US" dirty="0" err="1"/>
              <a:t>exception</a:t>
            </a:r>
            <a:r>
              <a:rPr lang="en-US" dirty="0"/>
              <a:t> section  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return_variable</a:t>
            </a:r>
            <a:r>
              <a:rPr lang="en-US" dirty="0"/>
              <a:t>;  </a:t>
            </a:r>
          </a:p>
          <a:p>
            <a:pPr marL="0" indent="0">
              <a:buNone/>
            </a:pPr>
            <a:r>
              <a:rPr lang="en-US" dirty="0"/>
              <a:t>        END;</a:t>
            </a:r>
          </a:p>
        </p:txBody>
      </p:sp>
    </p:spTree>
    <p:extLst>
      <p:ext uri="{BB962C8B-B14F-4D97-AF65-F5344CB8AC3E}">
        <p14:creationId xmlns:p14="http://schemas.microsoft.com/office/powerpoint/2010/main" val="2821360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Functions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RETURN TYPE: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header section defines the return type of the function.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return datatype can be any of the oracle datatype like varchar, number etc.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execution and exception section both should return a value which is of the datatype defined in the header section.</a:t>
            </a:r>
          </a:p>
        </p:txBody>
      </p:sp>
    </p:spTree>
    <p:extLst>
      <p:ext uri="{BB962C8B-B14F-4D97-AF65-F5344CB8AC3E}">
        <p14:creationId xmlns:p14="http://schemas.microsoft.com/office/powerpoint/2010/main" val="755814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How to execute a Function?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 A function can be executed in the following ways.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As a part of a SELECT statement : 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b="1" dirty="0"/>
              <a:t>SELECT </a:t>
            </a:r>
            <a:r>
              <a:rPr lang="en-US" b="1" dirty="0" err="1"/>
              <a:t>emp_details_func</a:t>
            </a:r>
            <a:r>
              <a:rPr lang="en-US" b="1" dirty="0"/>
              <a:t> FROM dual;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 a PL/SQL Statement   :  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b="1" dirty="0" err="1"/>
              <a:t>dbms_output.put_line</a:t>
            </a:r>
            <a:r>
              <a:rPr lang="en-US" b="1" dirty="0"/>
              <a:t>(</a:t>
            </a:r>
            <a:r>
              <a:rPr lang="en-US" b="1" dirty="0" err="1"/>
              <a:t>emp_details_func</a:t>
            </a:r>
            <a:r>
              <a:rPr lang="en-US" b="1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058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create or replace function </a:t>
            </a:r>
            <a:r>
              <a:rPr lang="en-US" b="1" dirty="0" err="1"/>
              <a:t>getsal</a:t>
            </a:r>
            <a:r>
              <a:rPr lang="en-US" b="1" dirty="0"/>
              <a:t> (no IN number) </a:t>
            </a:r>
          </a:p>
          <a:p>
            <a:pPr marL="0" indent="0">
              <a:buNone/>
            </a:pPr>
            <a:r>
              <a:rPr lang="en-US" b="1" dirty="0"/>
              <a:t>return number </a:t>
            </a:r>
          </a:p>
          <a:p>
            <a:pPr marL="0" indent="0">
              <a:buNone/>
            </a:pPr>
            <a:r>
              <a:rPr lang="en-US" b="1" dirty="0"/>
              <a:t>is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sal</a:t>
            </a:r>
            <a:r>
              <a:rPr lang="en-US" b="1" dirty="0"/>
              <a:t> number(5); </a:t>
            </a:r>
          </a:p>
          <a:p>
            <a:pPr marL="0" indent="0">
              <a:buNone/>
            </a:pPr>
            <a:r>
              <a:rPr lang="en-US" b="1" dirty="0"/>
              <a:t>begin </a:t>
            </a:r>
          </a:p>
          <a:p>
            <a:pPr marL="0" indent="0">
              <a:buNone/>
            </a:pPr>
            <a:r>
              <a:rPr lang="en-US" b="1" dirty="0"/>
              <a:t>    select salary into </a:t>
            </a:r>
            <a:r>
              <a:rPr lang="en-US" b="1" dirty="0" err="1"/>
              <a:t>sal</a:t>
            </a:r>
            <a:r>
              <a:rPr lang="en-US" b="1" dirty="0"/>
              <a:t> from </a:t>
            </a:r>
            <a:r>
              <a:rPr lang="en-US" b="1" dirty="0" err="1"/>
              <a:t>emp</a:t>
            </a:r>
            <a:r>
              <a:rPr lang="en-US" b="1" dirty="0"/>
              <a:t> where id=no; </a:t>
            </a:r>
          </a:p>
          <a:p>
            <a:pPr marL="0" indent="0">
              <a:buNone/>
            </a:pPr>
            <a:r>
              <a:rPr lang="en-US" b="1" dirty="0"/>
              <a:t>    return </a:t>
            </a:r>
            <a:r>
              <a:rPr lang="en-US" b="1" dirty="0" err="1"/>
              <a:t>sal</a:t>
            </a:r>
            <a:r>
              <a:rPr lang="en-US" b="1" dirty="0"/>
              <a:t>; </a:t>
            </a:r>
          </a:p>
          <a:p>
            <a:pPr marL="0" indent="0">
              <a:buNone/>
            </a:pPr>
            <a:r>
              <a:rPr lang="en-US" b="1" dirty="0"/>
              <a:t>end;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70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Destroying procedure and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i="1" dirty="0"/>
              <a:t>Syntax:</a:t>
            </a:r>
          </a:p>
          <a:p>
            <a:pPr marL="0" indent="0">
              <a:buNone/>
            </a:pPr>
            <a:r>
              <a:rPr lang="en-US" dirty="0"/>
              <a:t>	DROP PROCEDURE/FUNCTION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16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Procedures VS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function MUST return a value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procedure cannot return a value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Procedures and functions can both return data in OUT and IN OUT parameters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77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Procedures VS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return statement in a function returns control to the calling program and returns the results of the function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return statement of a procedure returns control to the calling program and cannot return a value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Functions can be called from SQL, procedure cannot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Functions are considered expressions, procedure are not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0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971F04-4C9D-4F95-B20C-75C4D512A8E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d751855-8ec5-4dae-b5f0-246e4d043203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6E18942-D573-46D5-B5B9-7C765EC587F0}"/>
</file>

<file path=customXml/itemProps3.xml><?xml version="1.0" encoding="utf-8"?>
<ds:datastoreItem xmlns:ds="http://schemas.openxmlformats.org/officeDocument/2006/customXml" ds:itemID="{A0C09875-81DB-4761-986D-CE9D57B11D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474</Words>
  <Application>Microsoft Office PowerPoint</Application>
  <PresentationFormat>On-screen Show (4:3)</PresentationFormat>
  <Paragraphs>103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 Procedures &amp; Functions </vt:lpstr>
      <vt:lpstr> Procedures &amp; Functions </vt:lpstr>
      <vt:lpstr> Procedures </vt:lpstr>
      <vt:lpstr> Procedures </vt:lpstr>
      <vt:lpstr> Procedures </vt:lpstr>
      <vt:lpstr> Procedures </vt:lpstr>
      <vt:lpstr> Procedures </vt:lpstr>
      <vt:lpstr> How to execute a Procedure? </vt:lpstr>
      <vt:lpstr> How to execute a Procedure? </vt:lpstr>
      <vt:lpstr>Functions</vt:lpstr>
      <vt:lpstr>PowerPoint Presentation</vt:lpstr>
      <vt:lpstr> Functions </vt:lpstr>
      <vt:lpstr> Functions </vt:lpstr>
      <vt:lpstr> Functions </vt:lpstr>
      <vt:lpstr> How to execute a Function? </vt:lpstr>
      <vt:lpstr>Function</vt:lpstr>
      <vt:lpstr>Destroying procedure and function</vt:lpstr>
      <vt:lpstr>Procedures VS Functions</vt:lpstr>
      <vt:lpstr>Procedures VS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Reshma</dc:creator>
  <cp:lastModifiedBy>Lenovo</cp:lastModifiedBy>
  <cp:revision>11</cp:revision>
  <dcterms:created xsi:type="dcterms:W3CDTF">2020-10-16T10:56:03Z</dcterms:created>
  <dcterms:modified xsi:type="dcterms:W3CDTF">2022-11-15T11:37:31Z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